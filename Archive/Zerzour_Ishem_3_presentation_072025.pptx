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8" r:id="rId6"/>
    <p:sldId id="269" r:id="rId7"/>
    <p:sldId id="270" r:id="rId8"/>
    <p:sldId id="271" r:id="rId9"/>
    <p:sldId id="272" r:id="rId10"/>
    <p:sldId id="273" r:id="rId11"/>
    <p:sldId id="259" r:id="rId12"/>
    <p:sldId id="262" r:id="rId13"/>
    <p:sldId id="274" r:id="rId14"/>
    <p:sldId id="263" r:id="rId15"/>
    <p:sldId id="264" r:id="rId16"/>
    <p:sldId id="275" r:id="rId17"/>
    <p:sldId id="261" r:id="rId18"/>
    <p:sldId id="265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74000"/>
  </p:normalViewPr>
  <p:slideViewPr>
    <p:cSldViewPr snapToGrid="0">
      <p:cViewPr varScale="1">
        <p:scale>
          <a:sx n="102" d="100"/>
          <a:sy n="102" d="100"/>
        </p:scale>
        <p:origin x="1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E0E529-3F1D-4888-BF9C-738EDC62FB8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C1085BB-47C6-49EC-BDC8-AE05AA95528D}">
      <dgm:prSet/>
      <dgm:spPr/>
      <dgm:t>
        <a:bodyPr/>
        <a:lstStyle/>
        <a:p>
          <a:r>
            <a:rPr lang="en-US" dirty="0"/>
            <a:t>Population</a:t>
          </a:r>
        </a:p>
      </dgm:t>
    </dgm:pt>
    <dgm:pt modelId="{921A6729-BF8A-4D97-A4D0-E28F93D4F47E}" type="parTrans" cxnId="{63D94C32-5DBE-405F-93A2-A4B73E45AB39}">
      <dgm:prSet/>
      <dgm:spPr/>
      <dgm:t>
        <a:bodyPr/>
        <a:lstStyle/>
        <a:p>
          <a:endParaRPr lang="en-US"/>
        </a:p>
      </dgm:t>
    </dgm:pt>
    <dgm:pt modelId="{AD98155E-8BA0-42C3-9E19-2BB56F585387}" type="sibTrans" cxnId="{63D94C32-5DBE-405F-93A2-A4B73E45AB39}">
      <dgm:prSet/>
      <dgm:spPr/>
      <dgm:t>
        <a:bodyPr/>
        <a:lstStyle/>
        <a:p>
          <a:endParaRPr lang="en-US"/>
        </a:p>
      </dgm:t>
    </dgm:pt>
    <dgm:pt modelId="{6669ACD6-EF73-4EF6-852C-7BB6DE42BEBA}">
      <dgm:prSet/>
      <dgm:spPr/>
      <dgm:t>
        <a:bodyPr/>
        <a:lstStyle/>
        <a:p>
          <a:r>
            <a:rPr lang="fr-FR" dirty="0"/>
            <a:t>Pays</a:t>
          </a:r>
          <a:endParaRPr lang="en-US" dirty="0"/>
        </a:p>
      </dgm:t>
    </dgm:pt>
    <dgm:pt modelId="{085FBF68-AA04-4730-BF85-2CDBC3C7DCDD}" type="parTrans" cxnId="{F39D6816-2F9A-43B7-8C0C-A79C8C247E04}">
      <dgm:prSet/>
      <dgm:spPr/>
      <dgm:t>
        <a:bodyPr/>
        <a:lstStyle/>
        <a:p>
          <a:endParaRPr lang="en-US"/>
        </a:p>
      </dgm:t>
    </dgm:pt>
    <dgm:pt modelId="{6B826E21-DD8A-43FE-B8E5-D79291818B91}" type="sibTrans" cxnId="{F39D6816-2F9A-43B7-8C0C-A79C8C247E04}">
      <dgm:prSet/>
      <dgm:spPr/>
      <dgm:t>
        <a:bodyPr/>
        <a:lstStyle/>
        <a:p>
          <a:endParaRPr lang="en-US"/>
        </a:p>
      </dgm:t>
    </dgm:pt>
    <dgm:pt modelId="{BAC3D6C0-DFDA-41C7-A547-0B861B31DEA3}">
      <dgm:prSet/>
      <dgm:spPr/>
      <dgm:t>
        <a:bodyPr/>
        <a:lstStyle/>
        <a:p>
          <a:r>
            <a:rPr lang="en-US" dirty="0" err="1"/>
            <a:t>Echanges</a:t>
          </a:r>
          <a:r>
            <a:rPr lang="en-US" dirty="0"/>
            <a:t> </a:t>
          </a:r>
          <a:r>
            <a:rPr lang="en-US" dirty="0" err="1"/>
            <a:t>commerciaux</a:t>
          </a:r>
          <a:endParaRPr lang="en-US" dirty="0"/>
        </a:p>
      </dgm:t>
    </dgm:pt>
    <dgm:pt modelId="{E15EE439-4207-495F-8BB0-6178625AC2F2}" type="parTrans" cxnId="{89AF490D-532F-4FA8-B37B-6DE3A17668C1}">
      <dgm:prSet/>
      <dgm:spPr/>
      <dgm:t>
        <a:bodyPr/>
        <a:lstStyle/>
        <a:p>
          <a:endParaRPr lang="en-US"/>
        </a:p>
      </dgm:t>
    </dgm:pt>
    <dgm:pt modelId="{2B4A1AAE-170F-41A6-A761-DA56E3C74CBD}" type="sibTrans" cxnId="{89AF490D-532F-4FA8-B37B-6DE3A17668C1}">
      <dgm:prSet/>
      <dgm:spPr/>
      <dgm:t>
        <a:bodyPr/>
        <a:lstStyle/>
        <a:p>
          <a:endParaRPr lang="en-US"/>
        </a:p>
      </dgm:t>
    </dgm:pt>
    <dgm:pt modelId="{5814527E-BE3C-1348-91AA-6F184D0F70A2}">
      <dgm:prSet/>
      <dgm:spPr/>
      <dgm:t>
        <a:bodyPr/>
        <a:lstStyle/>
        <a:p>
          <a:r>
            <a:rPr lang="en-US" dirty="0"/>
            <a:t>PIB (Produit Intérieur brut)</a:t>
          </a:r>
        </a:p>
      </dgm:t>
    </dgm:pt>
    <dgm:pt modelId="{1B3DD41C-7504-9649-A63B-1D51BCF02927}" type="parTrans" cxnId="{94C6FEB6-1B23-E747-B487-71EE9D553C3A}">
      <dgm:prSet/>
      <dgm:spPr/>
      <dgm:t>
        <a:bodyPr/>
        <a:lstStyle/>
        <a:p>
          <a:endParaRPr lang="fr-FR"/>
        </a:p>
      </dgm:t>
    </dgm:pt>
    <dgm:pt modelId="{76702DDA-CBDE-C54C-8AA1-DADC4325395B}" type="sibTrans" cxnId="{94C6FEB6-1B23-E747-B487-71EE9D553C3A}">
      <dgm:prSet/>
      <dgm:spPr/>
      <dgm:t>
        <a:bodyPr/>
        <a:lstStyle/>
        <a:p>
          <a:endParaRPr lang="fr-FR"/>
        </a:p>
      </dgm:t>
    </dgm:pt>
    <dgm:pt modelId="{84CB629E-02D0-C542-BDC0-38225FB738EC}">
      <dgm:prSet/>
      <dgm:spPr/>
      <dgm:t>
        <a:bodyPr/>
        <a:lstStyle/>
        <a:p>
          <a:r>
            <a:rPr lang="en-US" dirty="0" err="1"/>
            <a:t>Indicateur</a:t>
          </a:r>
          <a:r>
            <a:rPr lang="en-US" dirty="0"/>
            <a:t> de </a:t>
          </a:r>
          <a:r>
            <a:rPr lang="en-US" dirty="0" err="1"/>
            <a:t>stabilité</a:t>
          </a:r>
          <a:endParaRPr lang="en-US" dirty="0"/>
        </a:p>
      </dgm:t>
    </dgm:pt>
    <dgm:pt modelId="{F9B29EC7-8525-1C41-ADF2-BCE1D3FB901C}" type="parTrans" cxnId="{425BF024-8D99-EC42-B805-A001C954D963}">
      <dgm:prSet/>
      <dgm:spPr/>
      <dgm:t>
        <a:bodyPr/>
        <a:lstStyle/>
        <a:p>
          <a:endParaRPr lang="fr-FR"/>
        </a:p>
      </dgm:t>
    </dgm:pt>
    <dgm:pt modelId="{1134E75D-BB58-A142-AC88-6B7C78C39745}" type="sibTrans" cxnId="{425BF024-8D99-EC42-B805-A001C954D963}">
      <dgm:prSet/>
      <dgm:spPr/>
      <dgm:t>
        <a:bodyPr/>
        <a:lstStyle/>
        <a:p>
          <a:endParaRPr lang="fr-FR"/>
        </a:p>
      </dgm:t>
    </dgm:pt>
    <dgm:pt modelId="{9A91341A-EE79-DB4E-BA16-3C6C62CB12B9}">
      <dgm:prSet/>
      <dgm:spPr/>
      <dgm:t>
        <a:bodyPr/>
        <a:lstStyle/>
        <a:p>
          <a:r>
            <a:rPr lang="en-US" dirty="0" err="1"/>
            <a:t>Disponibilité</a:t>
          </a:r>
          <a:r>
            <a:rPr lang="en-US" dirty="0"/>
            <a:t> </a:t>
          </a:r>
          <a:r>
            <a:rPr lang="en-US" dirty="0" err="1"/>
            <a:t>alimentaire</a:t>
          </a:r>
          <a:endParaRPr lang="en-US" dirty="0"/>
        </a:p>
      </dgm:t>
    </dgm:pt>
    <dgm:pt modelId="{64B95B60-1233-8E4C-9F4C-5CB6681DD853}" type="parTrans" cxnId="{5634E31A-4CED-C340-973A-B9F3FCF60EDA}">
      <dgm:prSet/>
      <dgm:spPr/>
      <dgm:t>
        <a:bodyPr/>
        <a:lstStyle/>
        <a:p>
          <a:endParaRPr lang="fr-FR"/>
        </a:p>
      </dgm:t>
    </dgm:pt>
    <dgm:pt modelId="{7F5910B1-5442-BC40-9B3A-B038F5D3AA8B}" type="sibTrans" cxnId="{5634E31A-4CED-C340-973A-B9F3FCF60EDA}">
      <dgm:prSet/>
      <dgm:spPr/>
      <dgm:t>
        <a:bodyPr/>
        <a:lstStyle/>
        <a:p>
          <a:endParaRPr lang="fr-FR"/>
        </a:p>
      </dgm:t>
    </dgm:pt>
    <dgm:pt modelId="{4F477504-8ACA-5F4D-80B0-51A2A63BAF52}">
      <dgm:prSet/>
      <dgm:spPr/>
      <dgm:t>
        <a:bodyPr/>
        <a:lstStyle/>
        <a:p>
          <a:r>
            <a:rPr lang="en-US" dirty="0" err="1"/>
            <a:t>Indicateur</a:t>
          </a:r>
          <a:r>
            <a:rPr lang="en-US" dirty="0"/>
            <a:t> </a:t>
          </a:r>
          <a:r>
            <a:rPr lang="en-US" dirty="0" err="1"/>
            <a:t>d’Obésité</a:t>
          </a:r>
          <a:endParaRPr lang="en-US" dirty="0"/>
        </a:p>
      </dgm:t>
    </dgm:pt>
    <dgm:pt modelId="{DED4822B-325F-4944-9F65-7D0DBC698888}" type="parTrans" cxnId="{A7030237-E92D-F347-9C6A-1FF5A7070A38}">
      <dgm:prSet/>
      <dgm:spPr/>
      <dgm:t>
        <a:bodyPr/>
        <a:lstStyle/>
        <a:p>
          <a:endParaRPr lang="fr-FR"/>
        </a:p>
      </dgm:t>
    </dgm:pt>
    <dgm:pt modelId="{155B684E-5966-4444-A1F3-6F7B14698DAB}" type="sibTrans" cxnId="{A7030237-E92D-F347-9C6A-1FF5A7070A38}">
      <dgm:prSet/>
      <dgm:spPr/>
      <dgm:t>
        <a:bodyPr/>
        <a:lstStyle/>
        <a:p>
          <a:endParaRPr lang="fr-FR"/>
        </a:p>
      </dgm:t>
    </dgm:pt>
    <dgm:pt modelId="{B626BD42-3135-7248-AB5C-338ADC7DA7EE}">
      <dgm:prSet/>
      <dgm:spPr/>
      <dgm:t>
        <a:bodyPr/>
        <a:lstStyle/>
        <a:p>
          <a:r>
            <a:rPr lang="fr-FR" dirty="0"/>
            <a:t>référentiel des pays du monde</a:t>
          </a:r>
        </a:p>
      </dgm:t>
    </dgm:pt>
    <dgm:pt modelId="{9A0106FE-FD36-3C4D-B62F-1239F5D26E65}" type="parTrans" cxnId="{6DA921D0-479C-8E4A-8004-0CC1E011C82C}">
      <dgm:prSet/>
      <dgm:spPr/>
      <dgm:t>
        <a:bodyPr/>
        <a:lstStyle/>
        <a:p>
          <a:endParaRPr lang="fr-FR"/>
        </a:p>
      </dgm:t>
    </dgm:pt>
    <dgm:pt modelId="{EB5DA9C1-79AD-B44B-8BD3-26547B5A06A8}" type="sibTrans" cxnId="{6DA921D0-479C-8E4A-8004-0CC1E011C82C}">
      <dgm:prSet/>
      <dgm:spPr/>
      <dgm:t>
        <a:bodyPr/>
        <a:lstStyle/>
        <a:p>
          <a:endParaRPr lang="fr-FR"/>
        </a:p>
      </dgm:t>
    </dgm:pt>
    <dgm:pt modelId="{ABFECB8A-94C6-DF4A-BDD9-BD5B0DF9E3E9}">
      <dgm:prSet/>
      <dgm:spPr/>
      <dgm:t>
        <a:bodyPr/>
        <a:lstStyle/>
        <a:p>
          <a:r>
            <a:rPr lang="fr-FR" dirty="0"/>
            <a:t>données sur la population</a:t>
          </a:r>
        </a:p>
      </dgm:t>
    </dgm:pt>
    <dgm:pt modelId="{3FFF2C1E-6752-EE41-8D7C-349618C6BBF7}" type="parTrans" cxnId="{4B0024F1-E8B6-274A-93F6-614ED318E5B1}">
      <dgm:prSet/>
      <dgm:spPr/>
      <dgm:t>
        <a:bodyPr/>
        <a:lstStyle/>
        <a:p>
          <a:endParaRPr lang="fr-FR"/>
        </a:p>
      </dgm:t>
    </dgm:pt>
    <dgm:pt modelId="{34D3EAB8-2A51-C546-994B-58D0523E971B}" type="sibTrans" cxnId="{4B0024F1-E8B6-274A-93F6-614ED318E5B1}">
      <dgm:prSet/>
      <dgm:spPr/>
      <dgm:t>
        <a:bodyPr/>
        <a:lstStyle/>
        <a:p>
          <a:endParaRPr lang="fr-FR"/>
        </a:p>
      </dgm:t>
    </dgm:pt>
    <dgm:pt modelId="{CE4FFA0C-4297-8846-A668-917261FD361B}">
      <dgm:prSet/>
      <dgm:spPr/>
      <dgm:t>
        <a:bodyPr/>
        <a:lstStyle/>
        <a:p>
          <a:r>
            <a:rPr lang="fr-FR" dirty="0"/>
            <a:t>Valeur du PIB (en US $)</a:t>
          </a:r>
        </a:p>
        <a:p>
          <a:r>
            <a:rPr lang="fr-FR" dirty="0"/>
            <a:t>Et </a:t>
          </a:r>
        </a:p>
        <a:p>
          <a:r>
            <a:rPr lang="fr-FR" dirty="0"/>
            <a:t>Evolution par rapport à l’Année-1  </a:t>
          </a:r>
        </a:p>
      </dgm:t>
    </dgm:pt>
    <dgm:pt modelId="{CC7BE1CE-A6E0-A64D-9CEC-A9163888C03F}" type="parTrans" cxnId="{EF0F2C3E-0294-5A46-B202-E369C226091C}">
      <dgm:prSet/>
      <dgm:spPr/>
      <dgm:t>
        <a:bodyPr/>
        <a:lstStyle/>
        <a:p>
          <a:endParaRPr lang="fr-FR"/>
        </a:p>
      </dgm:t>
    </dgm:pt>
    <dgm:pt modelId="{9C8005C9-F026-AC42-9B15-E89EF4522DD7}" type="sibTrans" cxnId="{EF0F2C3E-0294-5A46-B202-E369C226091C}">
      <dgm:prSet/>
      <dgm:spPr/>
      <dgm:t>
        <a:bodyPr/>
        <a:lstStyle/>
        <a:p>
          <a:endParaRPr lang="fr-FR"/>
        </a:p>
      </dgm:t>
    </dgm:pt>
    <dgm:pt modelId="{7801AA40-B149-B345-8817-66B65565E665}">
      <dgm:prSet/>
      <dgm:spPr/>
      <dgm:t>
        <a:bodyPr/>
        <a:lstStyle/>
        <a:p>
          <a:r>
            <a:rPr lang="fr-FR" b="1" dirty="0"/>
            <a:t>Balance du commerce extérieur de la filière poulet</a:t>
          </a:r>
          <a:endParaRPr lang="fr-FR" dirty="0"/>
        </a:p>
      </dgm:t>
    </dgm:pt>
    <dgm:pt modelId="{CB0B6E10-5692-BD48-A26D-A2AC4B8179DF}" type="parTrans" cxnId="{E69434F5-CC7A-AD43-9F9A-3BEC652B9332}">
      <dgm:prSet/>
      <dgm:spPr/>
      <dgm:t>
        <a:bodyPr/>
        <a:lstStyle/>
        <a:p>
          <a:endParaRPr lang="fr-FR"/>
        </a:p>
      </dgm:t>
    </dgm:pt>
    <dgm:pt modelId="{06615496-EB34-0243-9FF1-4CC4F06BCF59}" type="sibTrans" cxnId="{E69434F5-CC7A-AD43-9F9A-3BEC652B9332}">
      <dgm:prSet/>
      <dgm:spPr/>
      <dgm:t>
        <a:bodyPr/>
        <a:lstStyle/>
        <a:p>
          <a:endParaRPr lang="fr-FR"/>
        </a:p>
      </dgm:t>
    </dgm:pt>
    <dgm:pt modelId="{EB0DB837-4517-2548-A770-D5A4AB4D69F1}">
      <dgm:prSet/>
      <dgm:spPr/>
      <dgm:t>
        <a:bodyPr/>
        <a:lstStyle/>
        <a:p>
          <a:r>
            <a:rPr lang="fr-FR" b="1" dirty="0"/>
            <a:t>Indicateur de stabilité politique &amp; structurelle</a:t>
          </a:r>
          <a:endParaRPr lang="fr-FR" dirty="0"/>
        </a:p>
      </dgm:t>
    </dgm:pt>
    <dgm:pt modelId="{54D04B4C-09EF-DE41-BC35-29E54AECC735}" type="parTrans" cxnId="{525E3550-BEF1-9E49-9D0C-F227628A9F8F}">
      <dgm:prSet/>
      <dgm:spPr/>
      <dgm:t>
        <a:bodyPr/>
        <a:lstStyle/>
        <a:p>
          <a:endParaRPr lang="fr-FR"/>
        </a:p>
      </dgm:t>
    </dgm:pt>
    <dgm:pt modelId="{F03C2703-5F2A-D742-8E4F-A4B4325B0FB9}" type="sibTrans" cxnId="{525E3550-BEF1-9E49-9D0C-F227628A9F8F}">
      <dgm:prSet/>
      <dgm:spPr/>
      <dgm:t>
        <a:bodyPr/>
        <a:lstStyle/>
        <a:p>
          <a:endParaRPr lang="fr-FR"/>
        </a:p>
      </dgm:t>
    </dgm:pt>
    <dgm:pt modelId="{1F7A44EC-7C91-AD42-84DD-5F6AB06ADB72}">
      <dgm:prSet/>
      <dgm:spPr/>
      <dgm:t>
        <a:bodyPr/>
        <a:lstStyle/>
        <a:p>
          <a:r>
            <a:rPr lang="fr-FR" b="1"/>
            <a:t>Disponibilite alimentaire totale des produits volaillers et des proteines de volaille</a:t>
          </a:r>
          <a:endParaRPr lang="fr-FR"/>
        </a:p>
      </dgm:t>
    </dgm:pt>
    <dgm:pt modelId="{5FA79215-1537-7545-ACBD-FEDFB62C42A1}" type="parTrans" cxnId="{4EC3D287-53E8-B94A-B6BF-F19F434751BA}">
      <dgm:prSet/>
      <dgm:spPr/>
      <dgm:t>
        <a:bodyPr/>
        <a:lstStyle/>
        <a:p>
          <a:endParaRPr lang="fr-FR"/>
        </a:p>
      </dgm:t>
    </dgm:pt>
    <dgm:pt modelId="{7026C131-ED61-AB40-8B84-0CBEE10D4ADD}" type="sibTrans" cxnId="{4EC3D287-53E8-B94A-B6BF-F19F434751BA}">
      <dgm:prSet/>
      <dgm:spPr/>
      <dgm:t>
        <a:bodyPr/>
        <a:lstStyle/>
        <a:p>
          <a:endParaRPr lang="fr-FR"/>
        </a:p>
      </dgm:t>
    </dgm:pt>
    <dgm:pt modelId="{1D0AEB50-705B-E843-A000-FB244F1CCE3A}">
      <dgm:prSet/>
      <dgm:spPr/>
      <dgm:t>
        <a:bodyPr/>
        <a:lstStyle/>
        <a:p>
          <a:r>
            <a:rPr lang="fr-FR" b="1" dirty="0"/>
            <a:t>Mortalité attribuée a l’</a:t>
          </a:r>
          <a:r>
            <a:rPr lang="fr-FR" b="1" dirty="0" err="1"/>
            <a:t>obésite</a:t>
          </a:r>
          <a:endParaRPr lang="fr-FR" b="0" dirty="0"/>
        </a:p>
      </dgm:t>
    </dgm:pt>
    <dgm:pt modelId="{CBC6490E-7706-5C45-BD51-F6E07966683D}" type="parTrans" cxnId="{95740D02-1C07-C043-8B62-ED8891337530}">
      <dgm:prSet/>
      <dgm:spPr/>
      <dgm:t>
        <a:bodyPr/>
        <a:lstStyle/>
        <a:p>
          <a:endParaRPr lang="fr-FR"/>
        </a:p>
      </dgm:t>
    </dgm:pt>
    <dgm:pt modelId="{F571C387-8F5D-EB46-BE28-977ABDEB7168}" type="sibTrans" cxnId="{95740D02-1C07-C043-8B62-ED8891337530}">
      <dgm:prSet/>
      <dgm:spPr/>
      <dgm:t>
        <a:bodyPr/>
        <a:lstStyle/>
        <a:p>
          <a:endParaRPr lang="fr-FR"/>
        </a:p>
      </dgm:t>
    </dgm:pt>
    <dgm:pt modelId="{3C244EB0-3327-2F46-90BA-E320BC738D96}" type="pres">
      <dgm:prSet presAssocID="{D7E0E529-3F1D-4888-BF9C-738EDC62FB8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975A86-5E02-8A4E-A902-94852A1BF2BC}" type="pres">
      <dgm:prSet presAssocID="{6669ACD6-EF73-4EF6-852C-7BB6DE42BEBA}" presName="hierRoot1" presStyleCnt="0"/>
      <dgm:spPr/>
    </dgm:pt>
    <dgm:pt modelId="{DA0DC70B-3A2D-BD45-9DC1-B860D870E715}" type="pres">
      <dgm:prSet presAssocID="{6669ACD6-EF73-4EF6-852C-7BB6DE42BEBA}" presName="composite" presStyleCnt="0"/>
      <dgm:spPr/>
    </dgm:pt>
    <dgm:pt modelId="{2DC91421-E00E-8744-92AE-87396F390431}" type="pres">
      <dgm:prSet presAssocID="{6669ACD6-EF73-4EF6-852C-7BB6DE42BEBA}" presName="background" presStyleLbl="node0" presStyleIdx="0" presStyleCnt="7"/>
      <dgm:spPr/>
    </dgm:pt>
    <dgm:pt modelId="{42FCE40E-6FE7-634D-9019-BE02719B33FC}" type="pres">
      <dgm:prSet presAssocID="{6669ACD6-EF73-4EF6-852C-7BB6DE42BEBA}" presName="text" presStyleLbl="fgAcc0" presStyleIdx="0" presStyleCnt="7">
        <dgm:presLayoutVars>
          <dgm:chPref val="3"/>
        </dgm:presLayoutVars>
      </dgm:prSet>
      <dgm:spPr/>
    </dgm:pt>
    <dgm:pt modelId="{F2A73955-A7B7-5145-8A22-891AF7519910}" type="pres">
      <dgm:prSet presAssocID="{6669ACD6-EF73-4EF6-852C-7BB6DE42BEBA}" presName="hierChild2" presStyleCnt="0"/>
      <dgm:spPr/>
    </dgm:pt>
    <dgm:pt modelId="{870A3083-88C9-AA42-A8DC-E453F83F40D5}" type="pres">
      <dgm:prSet presAssocID="{9A0106FE-FD36-3C4D-B62F-1239F5D26E65}" presName="Name10" presStyleLbl="parChTrans1D2" presStyleIdx="0" presStyleCnt="7"/>
      <dgm:spPr/>
    </dgm:pt>
    <dgm:pt modelId="{75C9730C-2201-0842-B85F-1C45BFA664A1}" type="pres">
      <dgm:prSet presAssocID="{B626BD42-3135-7248-AB5C-338ADC7DA7EE}" presName="hierRoot2" presStyleCnt="0"/>
      <dgm:spPr/>
    </dgm:pt>
    <dgm:pt modelId="{D01A336E-113D-8E4D-9C95-2259775F0FF3}" type="pres">
      <dgm:prSet presAssocID="{B626BD42-3135-7248-AB5C-338ADC7DA7EE}" presName="composite2" presStyleCnt="0"/>
      <dgm:spPr/>
    </dgm:pt>
    <dgm:pt modelId="{95D99108-F690-6E48-8384-0C9AE0F01B4E}" type="pres">
      <dgm:prSet presAssocID="{B626BD42-3135-7248-AB5C-338ADC7DA7EE}" presName="background2" presStyleLbl="node2" presStyleIdx="0" presStyleCnt="7"/>
      <dgm:spPr/>
    </dgm:pt>
    <dgm:pt modelId="{5EAEA7D9-757A-514D-A785-B700657220F6}" type="pres">
      <dgm:prSet presAssocID="{B626BD42-3135-7248-AB5C-338ADC7DA7EE}" presName="text2" presStyleLbl="fgAcc2" presStyleIdx="0" presStyleCnt="7">
        <dgm:presLayoutVars>
          <dgm:chPref val="3"/>
        </dgm:presLayoutVars>
      </dgm:prSet>
      <dgm:spPr/>
    </dgm:pt>
    <dgm:pt modelId="{7997928D-CFA4-AF4A-A1D1-57D43ACFAB34}" type="pres">
      <dgm:prSet presAssocID="{B626BD42-3135-7248-AB5C-338ADC7DA7EE}" presName="hierChild3" presStyleCnt="0"/>
      <dgm:spPr/>
    </dgm:pt>
    <dgm:pt modelId="{ECAA73C1-F51F-DB4C-8585-9C30EA4D7CB8}" type="pres">
      <dgm:prSet presAssocID="{4C1085BB-47C6-49EC-BDC8-AE05AA95528D}" presName="hierRoot1" presStyleCnt="0"/>
      <dgm:spPr/>
    </dgm:pt>
    <dgm:pt modelId="{46F00A79-7E4A-9A4F-BFE4-606D6B6BEBB3}" type="pres">
      <dgm:prSet presAssocID="{4C1085BB-47C6-49EC-BDC8-AE05AA95528D}" presName="composite" presStyleCnt="0"/>
      <dgm:spPr/>
    </dgm:pt>
    <dgm:pt modelId="{6820FAB8-1B4E-DC48-BA80-4B3B929E71A3}" type="pres">
      <dgm:prSet presAssocID="{4C1085BB-47C6-49EC-BDC8-AE05AA95528D}" presName="background" presStyleLbl="node0" presStyleIdx="1" presStyleCnt="7"/>
      <dgm:spPr/>
    </dgm:pt>
    <dgm:pt modelId="{24EB9EB3-AE44-D64C-8DF4-E617728AFA82}" type="pres">
      <dgm:prSet presAssocID="{4C1085BB-47C6-49EC-BDC8-AE05AA95528D}" presName="text" presStyleLbl="fgAcc0" presStyleIdx="1" presStyleCnt="7">
        <dgm:presLayoutVars>
          <dgm:chPref val="3"/>
        </dgm:presLayoutVars>
      </dgm:prSet>
      <dgm:spPr/>
    </dgm:pt>
    <dgm:pt modelId="{10E3C1D0-A0B1-F94D-A275-D21A23130C16}" type="pres">
      <dgm:prSet presAssocID="{4C1085BB-47C6-49EC-BDC8-AE05AA95528D}" presName="hierChild2" presStyleCnt="0"/>
      <dgm:spPr/>
    </dgm:pt>
    <dgm:pt modelId="{06201090-86FD-C24B-9B72-9AFC63A48A8B}" type="pres">
      <dgm:prSet presAssocID="{3FFF2C1E-6752-EE41-8D7C-349618C6BBF7}" presName="Name10" presStyleLbl="parChTrans1D2" presStyleIdx="1" presStyleCnt="7"/>
      <dgm:spPr/>
    </dgm:pt>
    <dgm:pt modelId="{F590B7A3-428F-CB45-A5BF-4DF836C0C922}" type="pres">
      <dgm:prSet presAssocID="{ABFECB8A-94C6-DF4A-BDD9-BD5B0DF9E3E9}" presName="hierRoot2" presStyleCnt="0"/>
      <dgm:spPr/>
    </dgm:pt>
    <dgm:pt modelId="{7D485E97-2DBA-544D-95AF-B5E605D8F567}" type="pres">
      <dgm:prSet presAssocID="{ABFECB8A-94C6-DF4A-BDD9-BD5B0DF9E3E9}" presName="composite2" presStyleCnt="0"/>
      <dgm:spPr/>
    </dgm:pt>
    <dgm:pt modelId="{BD54E03D-6E03-FD4F-8291-E343CE0F4111}" type="pres">
      <dgm:prSet presAssocID="{ABFECB8A-94C6-DF4A-BDD9-BD5B0DF9E3E9}" presName="background2" presStyleLbl="node2" presStyleIdx="1" presStyleCnt="7"/>
      <dgm:spPr/>
    </dgm:pt>
    <dgm:pt modelId="{AD429995-AD01-AD49-B560-FA2E5149FEFD}" type="pres">
      <dgm:prSet presAssocID="{ABFECB8A-94C6-DF4A-BDD9-BD5B0DF9E3E9}" presName="text2" presStyleLbl="fgAcc2" presStyleIdx="1" presStyleCnt="7">
        <dgm:presLayoutVars>
          <dgm:chPref val="3"/>
        </dgm:presLayoutVars>
      </dgm:prSet>
      <dgm:spPr/>
    </dgm:pt>
    <dgm:pt modelId="{C8767759-75F9-0C47-A2E3-B1C0BE8A8E1B}" type="pres">
      <dgm:prSet presAssocID="{ABFECB8A-94C6-DF4A-BDD9-BD5B0DF9E3E9}" presName="hierChild3" presStyleCnt="0"/>
      <dgm:spPr/>
    </dgm:pt>
    <dgm:pt modelId="{DF8ED523-A95F-A14C-B58D-1E3CC8405126}" type="pres">
      <dgm:prSet presAssocID="{5814527E-BE3C-1348-91AA-6F184D0F70A2}" presName="hierRoot1" presStyleCnt="0"/>
      <dgm:spPr/>
    </dgm:pt>
    <dgm:pt modelId="{78668599-CD75-F74B-A8B4-4D485E422DEF}" type="pres">
      <dgm:prSet presAssocID="{5814527E-BE3C-1348-91AA-6F184D0F70A2}" presName="composite" presStyleCnt="0"/>
      <dgm:spPr/>
    </dgm:pt>
    <dgm:pt modelId="{D097C379-613F-CE40-95AE-6A1F74ED3CBC}" type="pres">
      <dgm:prSet presAssocID="{5814527E-BE3C-1348-91AA-6F184D0F70A2}" presName="background" presStyleLbl="node0" presStyleIdx="2" presStyleCnt="7"/>
      <dgm:spPr/>
    </dgm:pt>
    <dgm:pt modelId="{C142294B-F04F-AD4E-B913-2AEBD32BFCA9}" type="pres">
      <dgm:prSet presAssocID="{5814527E-BE3C-1348-91AA-6F184D0F70A2}" presName="text" presStyleLbl="fgAcc0" presStyleIdx="2" presStyleCnt="7">
        <dgm:presLayoutVars>
          <dgm:chPref val="3"/>
        </dgm:presLayoutVars>
      </dgm:prSet>
      <dgm:spPr/>
    </dgm:pt>
    <dgm:pt modelId="{22DA2BD9-4829-3341-B958-A774B2032FF6}" type="pres">
      <dgm:prSet presAssocID="{5814527E-BE3C-1348-91AA-6F184D0F70A2}" presName="hierChild2" presStyleCnt="0"/>
      <dgm:spPr/>
    </dgm:pt>
    <dgm:pt modelId="{A4D9B3AD-6114-BE48-BDB4-DDF18E405EFD}" type="pres">
      <dgm:prSet presAssocID="{CC7BE1CE-A6E0-A64D-9CEC-A9163888C03F}" presName="Name10" presStyleLbl="parChTrans1D2" presStyleIdx="2" presStyleCnt="7"/>
      <dgm:spPr/>
    </dgm:pt>
    <dgm:pt modelId="{000C6863-C2F8-D848-8DA0-B91EF8A493AB}" type="pres">
      <dgm:prSet presAssocID="{CE4FFA0C-4297-8846-A668-917261FD361B}" presName="hierRoot2" presStyleCnt="0"/>
      <dgm:spPr/>
    </dgm:pt>
    <dgm:pt modelId="{D9E4513F-26E3-7040-BD7F-E9BF64A9C65F}" type="pres">
      <dgm:prSet presAssocID="{CE4FFA0C-4297-8846-A668-917261FD361B}" presName="composite2" presStyleCnt="0"/>
      <dgm:spPr/>
    </dgm:pt>
    <dgm:pt modelId="{F38584D9-0477-E44F-8267-840C1457CAE4}" type="pres">
      <dgm:prSet presAssocID="{CE4FFA0C-4297-8846-A668-917261FD361B}" presName="background2" presStyleLbl="node2" presStyleIdx="2" presStyleCnt="7"/>
      <dgm:spPr/>
    </dgm:pt>
    <dgm:pt modelId="{95367E62-91AB-8B44-8BD8-A0589B310513}" type="pres">
      <dgm:prSet presAssocID="{CE4FFA0C-4297-8846-A668-917261FD361B}" presName="text2" presStyleLbl="fgAcc2" presStyleIdx="2" presStyleCnt="7">
        <dgm:presLayoutVars>
          <dgm:chPref val="3"/>
        </dgm:presLayoutVars>
      </dgm:prSet>
      <dgm:spPr/>
    </dgm:pt>
    <dgm:pt modelId="{346EA8EA-2C85-C14A-80A0-6596B8C18184}" type="pres">
      <dgm:prSet presAssocID="{CE4FFA0C-4297-8846-A668-917261FD361B}" presName="hierChild3" presStyleCnt="0"/>
      <dgm:spPr/>
    </dgm:pt>
    <dgm:pt modelId="{6B7408F3-8ADF-FB4A-8183-A53406BBF0CC}" type="pres">
      <dgm:prSet presAssocID="{BAC3D6C0-DFDA-41C7-A547-0B861B31DEA3}" presName="hierRoot1" presStyleCnt="0"/>
      <dgm:spPr/>
    </dgm:pt>
    <dgm:pt modelId="{8317EDBD-A1BA-FD4A-8153-5E3A3EA4D94B}" type="pres">
      <dgm:prSet presAssocID="{BAC3D6C0-DFDA-41C7-A547-0B861B31DEA3}" presName="composite" presStyleCnt="0"/>
      <dgm:spPr/>
    </dgm:pt>
    <dgm:pt modelId="{7CB0AB05-4B38-BB48-8C4C-6C52DB132B06}" type="pres">
      <dgm:prSet presAssocID="{BAC3D6C0-DFDA-41C7-A547-0B861B31DEA3}" presName="background" presStyleLbl="node0" presStyleIdx="3" presStyleCnt="7"/>
      <dgm:spPr/>
    </dgm:pt>
    <dgm:pt modelId="{0EB849F9-E669-2A46-9802-FD63593F9E91}" type="pres">
      <dgm:prSet presAssocID="{BAC3D6C0-DFDA-41C7-A547-0B861B31DEA3}" presName="text" presStyleLbl="fgAcc0" presStyleIdx="3" presStyleCnt="7">
        <dgm:presLayoutVars>
          <dgm:chPref val="3"/>
        </dgm:presLayoutVars>
      </dgm:prSet>
      <dgm:spPr/>
    </dgm:pt>
    <dgm:pt modelId="{51A44307-D630-1647-A921-B31699CCA0F6}" type="pres">
      <dgm:prSet presAssocID="{BAC3D6C0-DFDA-41C7-A547-0B861B31DEA3}" presName="hierChild2" presStyleCnt="0"/>
      <dgm:spPr/>
    </dgm:pt>
    <dgm:pt modelId="{FC113276-7B70-A046-BF1C-3AADDF9C4FCA}" type="pres">
      <dgm:prSet presAssocID="{CB0B6E10-5692-BD48-A26D-A2AC4B8179DF}" presName="Name10" presStyleLbl="parChTrans1D2" presStyleIdx="3" presStyleCnt="7"/>
      <dgm:spPr/>
    </dgm:pt>
    <dgm:pt modelId="{FD4C0FDE-7398-6549-97ED-8E3B93FCB068}" type="pres">
      <dgm:prSet presAssocID="{7801AA40-B149-B345-8817-66B65565E665}" presName="hierRoot2" presStyleCnt="0"/>
      <dgm:spPr/>
    </dgm:pt>
    <dgm:pt modelId="{6D5FEE12-676D-3B4E-AC43-4F2724511423}" type="pres">
      <dgm:prSet presAssocID="{7801AA40-B149-B345-8817-66B65565E665}" presName="composite2" presStyleCnt="0"/>
      <dgm:spPr/>
    </dgm:pt>
    <dgm:pt modelId="{AA59B9BA-8CA8-8B47-A1CB-0A041F1CC429}" type="pres">
      <dgm:prSet presAssocID="{7801AA40-B149-B345-8817-66B65565E665}" presName="background2" presStyleLbl="node2" presStyleIdx="3" presStyleCnt="7"/>
      <dgm:spPr/>
    </dgm:pt>
    <dgm:pt modelId="{41B32B1F-7725-C24D-A6F4-FEA1579FC995}" type="pres">
      <dgm:prSet presAssocID="{7801AA40-B149-B345-8817-66B65565E665}" presName="text2" presStyleLbl="fgAcc2" presStyleIdx="3" presStyleCnt="7">
        <dgm:presLayoutVars>
          <dgm:chPref val="3"/>
        </dgm:presLayoutVars>
      </dgm:prSet>
      <dgm:spPr/>
    </dgm:pt>
    <dgm:pt modelId="{0F947AC8-B789-E94C-BF43-8765B836B52C}" type="pres">
      <dgm:prSet presAssocID="{7801AA40-B149-B345-8817-66B65565E665}" presName="hierChild3" presStyleCnt="0"/>
      <dgm:spPr/>
    </dgm:pt>
    <dgm:pt modelId="{ADCEB1DE-78D8-384F-85B4-C035FCF67507}" type="pres">
      <dgm:prSet presAssocID="{84CB629E-02D0-C542-BDC0-38225FB738EC}" presName="hierRoot1" presStyleCnt="0"/>
      <dgm:spPr/>
    </dgm:pt>
    <dgm:pt modelId="{115E2396-7B1D-E648-88D5-406FC42C1555}" type="pres">
      <dgm:prSet presAssocID="{84CB629E-02D0-C542-BDC0-38225FB738EC}" presName="composite" presStyleCnt="0"/>
      <dgm:spPr/>
    </dgm:pt>
    <dgm:pt modelId="{214B8C83-7D8B-B44E-9C85-2E99FF55FB45}" type="pres">
      <dgm:prSet presAssocID="{84CB629E-02D0-C542-BDC0-38225FB738EC}" presName="background" presStyleLbl="node0" presStyleIdx="4" presStyleCnt="7"/>
      <dgm:spPr/>
    </dgm:pt>
    <dgm:pt modelId="{7A0F6870-8B6B-4A44-9F7D-A7A5FD6ACB9F}" type="pres">
      <dgm:prSet presAssocID="{84CB629E-02D0-C542-BDC0-38225FB738EC}" presName="text" presStyleLbl="fgAcc0" presStyleIdx="4" presStyleCnt="7">
        <dgm:presLayoutVars>
          <dgm:chPref val="3"/>
        </dgm:presLayoutVars>
      </dgm:prSet>
      <dgm:spPr/>
    </dgm:pt>
    <dgm:pt modelId="{26AFCFD3-F09A-7B46-BFA2-51BDA2D1770F}" type="pres">
      <dgm:prSet presAssocID="{84CB629E-02D0-C542-BDC0-38225FB738EC}" presName="hierChild2" presStyleCnt="0"/>
      <dgm:spPr/>
    </dgm:pt>
    <dgm:pt modelId="{32409CCA-8914-7C43-8EF3-93EE8C3C8605}" type="pres">
      <dgm:prSet presAssocID="{54D04B4C-09EF-DE41-BC35-29E54AECC735}" presName="Name10" presStyleLbl="parChTrans1D2" presStyleIdx="4" presStyleCnt="7"/>
      <dgm:spPr/>
    </dgm:pt>
    <dgm:pt modelId="{B0C71D00-08BE-E64A-B17F-C4E43AB3A32F}" type="pres">
      <dgm:prSet presAssocID="{EB0DB837-4517-2548-A770-D5A4AB4D69F1}" presName="hierRoot2" presStyleCnt="0"/>
      <dgm:spPr/>
    </dgm:pt>
    <dgm:pt modelId="{88DAA9AA-A9DB-DF49-92F8-57D3501E151A}" type="pres">
      <dgm:prSet presAssocID="{EB0DB837-4517-2548-A770-D5A4AB4D69F1}" presName="composite2" presStyleCnt="0"/>
      <dgm:spPr/>
    </dgm:pt>
    <dgm:pt modelId="{2F790329-4300-AB49-9A5F-180DEBF99F77}" type="pres">
      <dgm:prSet presAssocID="{EB0DB837-4517-2548-A770-D5A4AB4D69F1}" presName="background2" presStyleLbl="node2" presStyleIdx="4" presStyleCnt="7"/>
      <dgm:spPr/>
    </dgm:pt>
    <dgm:pt modelId="{DA0F905B-68FA-EB4B-863C-8DE10C2ABD50}" type="pres">
      <dgm:prSet presAssocID="{EB0DB837-4517-2548-A770-D5A4AB4D69F1}" presName="text2" presStyleLbl="fgAcc2" presStyleIdx="4" presStyleCnt="7">
        <dgm:presLayoutVars>
          <dgm:chPref val="3"/>
        </dgm:presLayoutVars>
      </dgm:prSet>
      <dgm:spPr/>
    </dgm:pt>
    <dgm:pt modelId="{01FD8ED5-FA30-0748-A7D7-F7069CE3DBC5}" type="pres">
      <dgm:prSet presAssocID="{EB0DB837-4517-2548-A770-D5A4AB4D69F1}" presName="hierChild3" presStyleCnt="0"/>
      <dgm:spPr/>
    </dgm:pt>
    <dgm:pt modelId="{4B6665F8-6A42-9043-A7BC-29D78F6D4360}" type="pres">
      <dgm:prSet presAssocID="{9A91341A-EE79-DB4E-BA16-3C6C62CB12B9}" presName="hierRoot1" presStyleCnt="0"/>
      <dgm:spPr/>
    </dgm:pt>
    <dgm:pt modelId="{64142AEA-1B23-9343-81D2-963100E689BA}" type="pres">
      <dgm:prSet presAssocID="{9A91341A-EE79-DB4E-BA16-3C6C62CB12B9}" presName="composite" presStyleCnt="0"/>
      <dgm:spPr/>
    </dgm:pt>
    <dgm:pt modelId="{7A57D2F4-106C-DE45-A633-655DAC824E33}" type="pres">
      <dgm:prSet presAssocID="{9A91341A-EE79-DB4E-BA16-3C6C62CB12B9}" presName="background" presStyleLbl="node0" presStyleIdx="5" presStyleCnt="7"/>
      <dgm:spPr/>
    </dgm:pt>
    <dgm:pt modelId="{3FB6A0B4-3057-4541-B33E-5940C40E8D17}" type="pres">
      <dgm:prSet presAssocID="{9A91341A-EE79-DB4E-BA16-3C6C62CB12B9}" presName="text" presStyleLbl="fgAcc0" presStyleIdx="5" presStyleCnt="7">
        <dgm:presLayoutVars>
          <dgm:chPref val="3"/>
        </dgm:presLayoutVars>
      </dgm:prSet>
      <dgm:spPr/>
    </dgm:pt>
    <dgm:pt modelId="{4F5DDF08-60F1-284C-9721-F61A145B14ED}" type="pres">
      <dgm:prSet presAssocID="{9A91341A-EE79-DB4E-BA16-3C6C62CB12B9}" presName="hierChild2" presStyleCnt="0"/>
      <dgm:spPr/>
    </dgm:pt>
    <dgm:pt modelId="{30D278BD-19FF-A84D-BA4A-A813611D244F}" type="pres">
      <dgm:prSet presAssocID="{5FA79215-1537-7545-ACBD-FEDFB62C42A1}" presName="Name10" presStyleLbl="parChTrans1D2" presStyleIdx="5" presStyleCnt="7"/>
      <dgm:spPr/>
    </dgm:pt>
    <dgm:pt modelId="{51763F05-288D-7747-A4E2-ADA129295E9D}" type="pres">
      <dgm:prSet presAssocID="{1F7A44EC-7C91-AD42-84DD-5F6AB06ADB72}" presName="hierRoot2" presStyleCnt="0"/>
      <dgm:spPr/>
    </dgm:pt>
    <dgm:pt modelId="{7C5D4307-E054-5E45-A89D-A020E795BF7E}" type="pres">
      <dgm:prSet presAssocID="{1F7A44EC-7C91-AD42-84DD-5F6AB06ADB72}" presName="composite2" presStyleCnt="0"/>
      <dgm:spPr/>
    </dgm:pt>
    <dgm:pt modelId="{DCA30B9F-B525-0F45-BAC7-39E3147BE9D3}" type="pres">
      <dgm:prSet presAssocID="{1F7A44EC-7C91-AD42-84DD-5F6AB06ADB72}" presName="background2" presStyleLbl="node2" presStyleIdx="5" presStyleCnt="7"/>
      <dgm:spPr/>
    </dgm:pt>
    <dgm:pt modelId="{77ECCCA7-BA27-904F-8079-B9CA2D94F38D}" type="pres">
      <dgm:prSet presAssocID="{1F7A44EC-7C91-AD42-84DD-5F6AB06ADB72}" presName="text2" presStyleLbl="fgAcc2" presStyleIdx="5" presStyleCnt="7">
        <dgm:presLayoutVars>
          <dgm:chPref val="3"/>
        </dgm:presLayoutVars>
      </dgm:prSet>
      <dgm:spPr/>
    </dgm:pt>
    <dgm:pt modelId="{37847B84-8D1D-A04F-A8C5-4F303938F244}" type="pres">
      <dgm:prSet presAssocID="{1F7A44EC-7C91-AD42-84DD-5F6AB06ADB72}" presName="hierChild3" presStyleCnt="0"/>
      <dgm:spPr/>
    </dgm:pt>
    <dgm:pt modelId="{05E4B856-03EB-CE48-AE95-4CF2F6810560}" type="pres">
      <dgm:prSet presAssocID="{4F477504-8ACA-5F4D-80B0-51A2A63BAF52}" presName="hierRoot1" presStyleCnt="0"/>
      <dgm:spPr/>
    </dgm:pt>
    <dgm:pt modelId="{5E7E7777-1A90-2242-85D3-E68ED31A4E29}" type="pres">
      <dgm:prSet presAssocID="{4F477504-8ACA-5F4D-80B0-51A2A63BAF52}" presName="composite" presStyleCnt="0"/>
      <dgm:spPr/>
    </dgm:pt>
    <dgm:pt modelId="{E79F4FE6-3038-244B-9A75-7E070CAD838C}" type="pres">
      <dgm:prSet presAssocID="{4F477504-8ACA-5F4D-80B0-51A2A63BAF52}" presName="background" presStyleLbl="node0" presStyleIdx="6" presStyleCnt="7"/>
      <dgm:spPr/>
    </dgm:pt>
    <dgm:pt modelId="{4C33884D-8659-4945-B451-6A5B12AB20DE}" type="pres">
      <dgm:prSet presAssocID="{4F477504-8ACA-5F4D-80B0-51A2A63BAF52}" presName="text" presStyleLbl="fgAcc0" presStyleIdx="6" presStyleCnt="7">
        <dgm:presLayoutVars>
          <dgm:chPref val="3"/>
        </dgm:presLayoutVars>
      </dgm:prSet>
      <dgm:spPr/>
    </dgm:pt>
    <dgm:pt modelId="{BD512BCE-7ED2-A24A-8968-621730B0F841}" type="pres">
      <dgm:prSet presAssocID="{4F477504-8ACA-5F4D-80B0-51A2A63BAF52}" presName="hierChild2" presStyleCnt="0"/>
      <dgm:spPr/>
    </dgm:pt>
    <dgm:pt modelId="{0267EE9F-22EF-6F43-A4C3-FE46279CB0DC}" type="pres">
      <dgm:prSet presAssocID="{CBC6490E-7706-5C45-BD51-F6E07966683D}" presName="Name10" presStyleLbl="parChTrans1D2" presStyleIdx="6" presStyleCnt="7"/>
      <dgm:spPr/>
    </dgm:pt>
    <dgm:pt modelId="{6489E031-127B-C34A-AC89-96CE0A8AEA3A}" type="pres">
      <dgm:prSet presAssocID="{1D0AEB50-705B-E843-A000-FB244F1CCE3A}" presName="hierRoot2" presStyleCnt="0"/>
      <dgm:spPr/>
    </dgm:pt>
    <dgm:pt modelId="{461AFFF9-261C-3347-A295-9167A17A585D}" type="pres">
      <dgm:prSet presAssocID="{1D0AEB50-705B-E843-A000-FB244F1CCE3A}" presName="composite2" presStyleCnt="0"/>
      <dgm:spPr/>
    </dgm:pt>
    <dgm:pt modelId="{D73E52E4-8B84-3F4B-A84E-1075755C9560}" type="pres">
      <dgm:prSet presAssocID="{1D0AEB50-705B-E843-A000-FB244F1CCE3A}" presName="background2" presStyleLbl="node2" presStyleIdx="6" presStyleCnt="7"/>
      <dgm:spPr/>
    </dgm:pt>
    <dgm:pt modelId="{CC4615AF-8936-8443-B3DC-4B7E444E2D99}" type="pres">
      <dgm:prSet presAssocID="{1D0AEB50-705B-E843-A000-FB244F1CCE3A}" presName="text2" presStyleLbl="fgAcc2" presStyleIdx="6" presStyleCnt="7">
        <dgm:presLayoutVars>
          <dgm:chPref val="3"/>
        </dgm:presLayoutVars>
      </dgm:prSet>
      <dgm:spPr/>
    </dgm:pt>
    <dgm:pt modelId="{D3627F73-151F-5346-B21A-9773790BD7D9}" type="pres">
      <dgm:prSet presAssocID="{1D0AEB50-705B-E843-A000-FB244F1CCE3A}" presName="hierChild3" presStyleCnt="0"/>
      <dgm:spPr/>
    </dgm:pt>
  </dgm:ptLst>
  <dgm:cxnLst>
    <dgm:cxn modelId="{95740D02-1C07-C043-8B62-ED8891337530}" srcId="{4F477504-8ACA-5F4D-80B0-51A2A63BAF52}" destId="{1D0AEB50-705B-E843-A000-FB244F1CCE3A}" srcOrd="0" destOrd="0" parTransId="{CBC6490E-7706-5C45-BD51-F6E07966683D}" sibTransId="{F571C387-8F5D-EB46-BE28-977ABDEB7168}"/>
    <dgm:cxn modelId="{89AF490D-532F-4FA8-B37B-6DE3A17668C1}" srcId="{D7E0E529-3F1D-4888-BF9C-738EDC62FB85}" destId="{BAC3D6C0-DFDA-41C7-A547-0B861B31DEA3}" srcOrd="3" destOrd="0" parTransId="{E15EE439-4207-495F-8BB0-6178625AC2F2}" sibTransId="{2B4A1AAE-170F-41A6-A761-DA56E3C74CBD}"/>
    <dgm:cxn modelId="{F39D6816-2F9A-43B7-8C0C-A79C8C247E04}" srcId="{D7E0E529-3F1D-4888-BF9C-738EDC62FB85}" destId="{6669ACD6-EF73-4EF6-852C-7BB6DE42BEBA}" srcOrd="0" destOrd="0" parTransId="{085FBF68-AA04-4730-BF85-2CDBC3C7DCDD}" sibTransId="{6B826E21-DD8A-43FE-B8E5-D79291818B91}"/>
    <dgm:cxn modelId="{0DD5A619-7004-4B4A-AFC3-A1BAF59DFC0B}" type="presOf" srcId="{CE4FFA0C-4297-8846-A668-917261FD361B}" destId="{95367E62-91AB-8B44-8BD8-A0589B310513}" srcOrd="0" destOrd="0" presId="urn:microsoft.com/office/officeart/2005/8/layout/hierarchy1"/>
    <dgm:cxn modelId="{5634E31A-4CED-C340-973A-B9F3FCF60EDA}" srcId="{D7E0E529-3F1D-4888-BF9C-738EDC62FB85}" destId="{9A91341A-EE79-DB4E-BA16-3C6C62CB12B9}" srcOrd="5" destOrd="0" parTransId="{64B95B60-1233-8E4C-9F4C-5CB6681DD853}" sibTransId="{7F5910B1-5442-BC40-9B3A-B038F5D3AA8B}"/>
    <dgm:cxn modelId="{425BF024-8D99-EC42-B805-A001C954D963}" srcId="{D7E0E529-3F1D-4888-BF9C-738EDC62FB85}" destId="{84CB629E-02D0-C542-BDC0-38225FB738EC}" srcOrd="4" destOrd="0" parTransId="{F9B29EC7-8525-1C41-ADF2-BCE1D3FB901C}" sibTransId="{1134E75D-BB58-A142-AC88-6B7C78C39745}"/>
    <dgm:cxn modelId="{72EFB12F-81E0-6B46-BA56-42687B5F6D28}" type="presOf" srcId="{CC7BE1CE-A6E0-A64D-9CEC-A9163888C03F}" destId="{A4D9B3AD-6114-BE48-BDB4-DDF18E405EFD}" srcOrd="0" destOrd="0" presId="urn:microsoft.com/office/officeart/2005/8/layout/hierarchy1"/>
    <dgm:cxn modelId="{63D94C32-5DBE-405F-93A2-A4B73E45AB39}" srcId="{D7E0E529-3F1D-4888-BF9C-738EDC62FB85}" destId="{4C1085BB-47C6-49EC-BDC8-AE05AA95528D}" srcOrd="1" destOrd="0" parTransId="{921A6729-BF8A-4D97-A4D0-E28F93D4F47E}" sibTransId="{AD98155E-8BA0-42C3-9E19-2BB56F585387}"/>
    <dgm:cxn modelId="{A7030237-E92D-F347-9C6A-1FF5A7070A38}" srcId="{D7E0E529-3F1D-4888-BF9C-738EDC62FB85}" destId="{4F477504-8ACA-5F4D-80B0-51A2A63BAF52}" srcOrd="6" destOrd="0" parTransId="{DED4822B-325F-4944-9F65-7D0DBC698888}" sibTransId="{155B684E-5966-4444-A1F3-6F7B14698DAB}"/>
    <dgm:cxn modelId="{160E7038-6A18-F044-BF79-90B7A2EDC1FF}" type="presOf" srcId="{4C1085BB-47C6-49EC-BDC8-AE05AA95528D}" destId="{24EB9EB3-AE44-D64C-8DF4-E617728AFA82}" srcOrd="0" destOrd="0" presId="urn:microsoft.com/office/officeart/2005/8/layout/hierarchy1"/>
    <dgm:cxn modelId="{EF0F2C3E-0294-5A46-B202-E369C226091C}" srcId="{5814527E-BE3C-1348-91AA-6F184D0F70A2}" destId="{CE4FFA0C-4297-8846-A668-917261FD361B}" srcOrd="0" destOrd="0" parTransId="{CC7BE1CE-A6E0-A64D-9CEC-A9163888C03F}" sibTransId="{9C8005C9-F026-AC42-9B15-E89EF4522DD7}"/>
    <dgm:cxn modelId="{D54A2542-8EC9-D947-B943-318E1F3DD207}" type="presOf" srcId="{1F7A44EC-7C91-AD42-84DD-5F6AB06ADB72}" destId="{77ECCCA7-BA27-904F-8079-B9CA2D94F38D}" srcOrd="0" destOrd="0" presId="urn:microsoft.com/office/officeart/2005/8/layout/hierarchy1"/>
    <dgm:cxn modelId="{BDFE224C-CFFF-E049-BFC8-E8DFBDFFCC88}" type="presOf" srcId="{54D04B4C-09EF-DE41-BC35-29E54AECC735}" destId="{32409CCA-8914-7C43-8EF3-93EE8C3C8605}" srcOrd="0" destOrd="0" presId="urn:microsoft.com/office/officeart/2005/8/layout/hierarchy1"/>
    <dgm:cxn modelId="{525E3550-BEF1-9E49-9D0C-F227628A9F8F}" srcId="{84CB629E-02D0-C542-BDC0-38225FB738EC}" destId="{EB0DB837-4517-2548-A770-D5A4AB4D69F1}" srcOrd="0" destOrd="0" parTransId="{54D04B4C-09EF-DE41-BC35-29E54AECC735}" sibTransId="{F03C2703-5F2A-D742-8E4F-A4B4325B0FB9}"/>
    <dgm:cxn modelId="{6E778D55-7863-7145-84D3-E61BF4589E56}" type="presOf" srcId="{B626BD42-3135-7248-AB5C-338ADC7DA7EE}" destId="{5EAEA7D9-757A-514D-A785-B700657220F6}" srcOrd="0" destOrd="0" presId="urn:microsoft.com/office/officeart/2005/8/layout/hierarchy1"/>
    <dgm:cxn modelId="{EB88B75E-2821-4D4E-833E-953A4AC42037}" type="presOf" srcId="{3FFF2C1E-6752-EE41-8D7C-349618C6BBF7}" destId="{06201090-86FD-C24B-9B72-9AFC63A48A8B}" srcOrd="0" destOrd="0" presId="urn:microsoft.com/office/officeart/2005/8/layout/hierarchy1"/>
    <dgm:cxn modelId="{A16E7E65-AEC2-0244-875C-DB1734A1C38E}" type="presOf" srcId="{4F477504-8ACA-5F4D-80B0-51A2A63BAF52}" destId="{4C33884D-8659-4945-B451-6A5B12AB20DE}" srcOrd="0" destOrd="0" presId="urn:microsoft.com/office/officeart/2005/8/layout/hierarchy1"/>
    <dgm:cxn modelId="{6E372368-B11D-5C49-B8B7-CA276E146CF7}" type="presOf" srcId="{EB0DB837-4517-2548-A770-D5A4AB4D69F1}" destId="{DA0F905B-68FA-EB4B-863C-8DE10C2ABD50}" srcOrd="0" destOrd="0" presId="urn:microsoft.com/office/officeart/2005/8/layout/hierarchy1"/>
    <dgm:cxn modelId="{6B77A368-21DE-E44A-B6DF-52AD09A7BB49}" type="presOf" srcId="{CBC6490E-7706-5C45-BD51-F6E07966683D}" destId="{0267EE9F-22EF-6F43-A4C3-FE46279CB0DC}" srcOrd="0" destOrd="0" presId="urn:microsoft.com/office/officeart/2005/8/layout/hierarchy1"/>
    <dgm:cxn modelId="{5ECD146E-6A0C-ED41-AD89-8FA1D8E0D3BF}" type="presOf" srcId="{9A91341A-EE79-DB4E-BA16-3C6C62CB12B9}" destId="{3FB6A0B4-3057-4541-B33E-5940C40E8D17}" srcOrd="0" destOrd="0" presId="urn:microsoft.com/office/officeart/2005/8/layout/hierarchy1"/>
    <dgm:cxn modelId="{1E671585-3651-1F41-9F34-65EF2A0F1487}" type="presOf" srcId="{5814527E-BE3C-1348-91AA-6F184D0F70A2}" destId="{C142294B-F04F-AD4E-B913-2AEBD32BFCA9}" srcOrd="0" destOrd="0" presId="urn:microsoft.com/office/officeart/2005/8/layout/hierarchy1"/>
    <dgm:cxn modelId="{4EC3D287-53E8-B94A-B6BF-F19F434751BA}" srcId="{9A91341A-EE79-DB4E-BA16-3C6C62CB12B9}" destId="{1F7A44EC-7C91-AD42-84DD-5F6AB06ADB72}" srcOrd="0" destOrd="0" parTransId="{5FA79215-1537-7545-ACBD-FEDFB62C42A1}" sibTransId="{7026C131-ED61-AB40-8B84-0CBEE10D4ADD}"/>
    <dgm:cxn modelId="{604A2A92-508B-A543-8EF1-CD1AC1271A44}" type="presOf" srcId="{84CB629E-02D0-C542-BDC0-38225FB738EC}" destId="{7A0F6870-8B6B-4A44-9F7D-A7A5FD6ACB9F}" srcOrd="0" destOrd="0" presId="urn:microsoft.com/office/officeart/2005/8/layout/hierarchy1"/>
    <dgm:cxn modelId="{95603196-2961-A74C-A91A-0404EF602935}" type="presOf" srcId="{9A0106FE-FD36-3C4D-B62F-1239F5D26E65}" destId="{870A3083-88C9-AA42-A8DC-E453F83F40D5}" srcOrd="0" destOrd="0" presId="urn:microsoft.com/office/officeart/2005/8/layout/hierarchy1"/>
    <dgm:cxn modelId="{3313389A-8121-2747-83E8-51FF4C33463B}" type="presOf" srcId="{6669ACD6-EF73-4EF6-852C-7BB6DE42BEBA}" destId="{42FCE40E-6FE7-634D-9019-BE02719B33FC}" srcOrd="0" destOrd="0" presId="urn:microsoft.com/office/officeart/2005/8/layout/hierarchy1"/>
    <dgm:cxn modelId="{DC53FBA9-6A8A-294A-9C13-7966540265B4}" type="presOf" srcId="{5FA79215-1537-7545-ACBD-FEDFB62C42A1}" destId="{30D278BD-19FF-A84D-BA4A-A813611D244F}" srcOrd="0" destOrd="0" presId="urn:microsoft.com/office/officeart/2005/8/layout/hierarchy1"/>
    <dgm:cxn modelId="{0D0C61B2-2C76-584F-B4B7-FA068283997A}" type="presOf" srcId="{BAC3D6C0-DFDA-41C7-A547-0B861B31DEA3}" destId="{0EB849F9-E669-2A46-9802-FD63593F9E91}" srcOrd="0" destOrd="0" presId="urn:microsoft.com/office/officeart/2005/8/layout/hierarchy1"/>
    <dgm:cxn modelId="{94C6FEB6-1B23-E747-B487-71EE9D553C3A}" srcId="{D7E0E529-3F1D-4888-BF9C-738EDC62FB85}" destId="{5814527E-BE3C-1348-91AA-6F184D0F70A2}" srcOrd="2" destOrd="0" parTransId="{1B3DD41C-7504-9649-A63B-1D51BCF02927}" sibTransId="{76702DDA-CBDE-C54C-8AA1-DADC4325395B}"/>
    <dgm:cxn modelId="{ACBCC3B7-D2B5-7B48-B5E3-250F4E0EC043}" type="presOf" srcId="{1D0AEB50-705B-E843-A000-FB244F1CCE3A}" destId="{CC4615AF-8936-8443-B3DC-4B7E444E2D99}" srcOrd="0" destOrd="0" presId="urn:microsoft.com/office/officeart/2005/8/layout/hierarchy1"/>
    <dgm:cxn modelId="{6B7EABCA-32A7-C448-9590-AC9A542A945C}" type="presOf" srcId="{7801AA40-B149-B345-8817-66B65565E665}" destId="{41B32B1F-7725-C24D-A6F4-FEA1579FC995}" srcOrd="0" destOrd="0" presId="urn:microsoft.com/office/officeart/2005/8/layout/hierarchy1"/>
    <dgm:cxn modelId="{6DA921D0-479C-8E4A-8004-0CC1E011C82C}" srcId="{6669ACD6-EF73-4EF6-852C-7BB6DE42BEBA}" destId="{B626BD42-3135-7248-AB5C-338ADC7DA7EE}" srcOrd="0" destOrd="0" parTransId="{9A0106FE-FD36-3C4D-B62F-1239F5D26E65}" sibTransId="{EB5DA9C1-79AD-B44B-8BD3-26547B5A06A8}"/>
    <dgm:cxn modelId="{945C91DD-0439-FD46-B4A1-102F5CE2BFA2}" type="presOf" srcId="{D7E0E529-3F1D-4888-BF9C-738EDC62FB85}" destId="{3C244EB0-3327-2F46-90BA-E320BC738D96}" srcOrd="0" destOrd="0" presId="urn:microsoft.com/office/officeart/2005/8/layout/hierarchy1"/>
    <dgm:cxn modelId="{B2A5BFDF-3F26-1F4D-9D1D-3DCC838A0D19}" type="presOf" srcId="{CB0B6E10-5692-BD48-A26D-A2AC4B8179DF}" destId="{FC113276-7B70-A046-BF1C-3AADDF9C4FCA}" srcOrd="0" destOrd="0" presId="urn:microsoft.com/office/officeart/2005/8/layout/hierarchy1"/>
    <dgm:cxn modelId="{994770ED-594F-FB4B-8584-8DC8E4976BC1}" type="presOf" srcId="{ABFECB8A-94C6-DF4A-BDD9-BD5B0DF9E3E9}" destId="{AD429995-AD01-AD49-B560-FA2E5149FEFD}" srcOrd="0" destOrd="0" presId="urn:microsoft.com/office/officeart/2005/8/layout/hierarchy1"/>
    <dgm:cxn modelId="{4B0024F1-E8B6-274A-93F6-614ED318E5B1}" srcId="{4C1085BB-47C6-49EC-BDC8-AE05AA95528D}" destId="{ABFECB8A-94C6-DF4A-BDD9-BD5B0DF9E3E9}" srcOrd="0" destOrd="0" parTransId="{3FFF2C1E-6752-EE41-8D7C-349618C6BBF7}" sibTransId="{34D3EAB8-2A51-C546-994B-58D0523E971B}"/>
    <dgm:cxn modelId="{E69434F5-CC7A-AD43-9F9A-3BEC652B9332}" srcId="{BAC3D6C0-DFDA-41C7-A547-0B861B31DEA3}" destId="{7801AA40-B149-B345-8817-66B65565E665}" srcOrd="0" destOrd="0" parTransId="{CB0B6E10-5692-BD48-A26D-A2AC4B8179DF}" sibTransId="{06615496-EB34-0243-9FF1-4CC4F06BCF59}"/>
    <dgm:cxn modelId="{52D6A2E0-CB6C-EA4B-A5D0-A1B137468C3E}" type="presParOf" srcId="{3C244EB0-3327-2F46-90BA-E320BC738D96}" destId="{4D975A86-5E02-8A4E-A902-94852A1BF2BC}" srcOrd="0" destOrd="0" presId="urn:microsoft.com/office/officeart/2005/8/layout/hierarchy1"/>
    <dgm:cxn modelId="{50F07D96-123F-AC4E-AECB-CF064A2C2AD8}" type="presParOf" srcId="{4D975A86-5E02-8A4E-A902-94852A1BF2BC}" destId="{DA0DC70B-3A2D-BD45-9DC1-B860D870E715}" srcOrd="0" destOrd="0" presId="urn:microsoft.com/office/officeart/2005/8/layout/hierarchy1"/>
    <dgm:cxn modelId="{85901418-D683-AA40-960E-C3307D9C7970}" type="presParOf" srcId="{DA0DC70B-3A2D-BD45-9DC1-B860D870E715}" destId="{2DC91421-E00E-8744-92AE-87396F390431}" srcOrd="0" destOrd="0" presId="urn:microsoft.com/office/officeart/2005/8/layout/hierarchy1"/>
    <dgm:cxn modelId="{1E36D81C-F330-E248-A700-4E2C3695376D}" type="presParOf" srcId="{DA0DC70B-3A2D-BD45-9DC1-B860D870E715}" destId="{42FCE40E-6FE7-634D-9019-BE02719B33FC}" srcOrd="1" destOrd="0" presId="urn:microsoft.com/office/officeart/2005/8/layout/hierarchy1"/>
    <dgm:cxn modelId="{24E8977D-8C2E-D249-883E-83399DBA8EFD}" type="presParOf" srcId="{4D975A86-5E02-8A4E-A902-94852A1BF2BC}" destId="{F2A73955-A7B7-5145-8A22-891AF7519910}" srcOrd="1" destOrd="0" presId="urn:microsoft.com/office/officeart/2005/8/layout/hierarchy1"/>
    <dgm:cxn modelId="{D9EFFECC-30E0-C44F-BB8C-96AD7E8FFB6B}" type="presParOf" srcId="{F2A73955-A7B7-5145-8A22-891AF7519910}" destId="{870A3083-88C9-AA42-A8DC-E453F83F40D5}" srcOrd="0" destOrd="0" presId="urn:microsoft.com/office/officeart/2005/8/layout/hierarchy1"/>
    <dgm:cxn modelId="{75FAC920-9EDA-3E44-B87F-F897D103507E}" type="presParOf" srcId="{F2A73955-A7B7-5145-8A22-891AF7519910}" destId="{75C9730C-2201-0842-B85F-1C45BFA664A1}" srcOrd="1" destOrd="0" presId="urn:microsoft.com/office/officeart/2005/8/layout/hierarchy1"/>
    <dgm:cxn modelId="{26E1EEC9-E8E4-A74B-8C90-0B1823DFC134}" type="presParOf" srcId="{75C9730C-2201-0842-B85F-1C45BFA664A1}" destId="{D01A336E-113D-8E4D-9C95-2259775F0FF3}" srcOrd="0" destOrd="0" presId="urn:microsoft.com/office/officeart/2005/8/layout/hierarchy1"/>
    <dgm:cxn modelId="{023002D4-8033-444F-999F-310B7B91C086}" type="presParOf" srcId="{D01A336E-113D-8E4D-9C95-2259775F0FF3}" destId="{95D99108-F690-6E48-8384-0C9AE0F01B4E}" srcOrd="0" destOrd="0" presId="urn:microsoft.com/office/officeart/2005/8/layout/hierarchy1"/>
    <dgm:cxn modelId="{7B3B3B59-1B24-D54B-AFC1-79E4F6BEEF7F}" type="presParOf" srcId="{D01A336E-113D-8E4D-9C95-2259775F0FF3}" destId="{5EAEA7D9-757A-514D-A785-B700657220F6}" srcOrd="1" destOrd="0" presId="urn:microsoft.com/office/officeart/2005/8/layout/hierarchy1"/>
    <dgm:cxn modelId="{502DE2B6-A07F-E545-B8FE-5403E128774B}" type="presParOf" srcId="{75C9730C-2201-0842-B85F-1C45BFA664A1}" destId="{7997928D-CFA4-AF4A-A1D1-57D43ACFAB34}" srcOrd="1" destOrd="0" presId="urn:microsoft.com/office/officeart/2005/8/layout/hierarchy1"/>
    <dgm:cxn modelId="{5158590A-F32C-F74B-BD07-D1C104A9DFC6}" type="presParOf" srcId="{3C244EB0-3327-2F46-90BA-E320BC738D96}" destId="{ECAA73C1-F51F-DB4C-8585-9C30EA4D7CB8}" srcOrd="1" destOrd="0" presId="urn:microsoft.com/office/officeart/2005/8/layout/hierarchy1"/>
    <dgm:cxn modelId="{6A0BED09-74A9-934C-A0D4-7A51C54D1DEB}" type="presParOf" srcId="{ECAA73C1-F51F-DB4C-8585-9C30EA4D7CB8}" destId="{46F00A79-7E4A-9A4F-BFE4-606D6B6BEBB3}" srcOrd="0" destOrd="0" presId="urn:microsoft.com/office/officeart/2005/8/layout/hierarchy1"/>
    <dgm:cxn modelId="{12F77ED2-6DEA-9844-9734-B2C48FF2ED4A}" type="presParOf" srcId="{46F00A79-7E4A-9A4F-BFE4-606D6B6BEBB3}" destId="{6820FAB8-1B4E-DC48-BA80-4B3B929E71A3}" srcOrd="0" destOrd="0" presId="urn:microsoft.com/office/officeart/2005/8/layout/hierarchy1"/>
    <dgm:cxn modelId="{838DDB0E-47C2-3445-9AE0-4AAC6479D22E}" type="presParOf" srcId="{46F00A79-7E4A-9A4F-BFE4-606D6B6BEBB3}" destId="{24EB9EB3-AE44-D64C-8DF4-E617728AFA82}" srcOrd="1" destOrd="0" presId="urn:microsoft.com/office/officeart/2005/8/layout/hierarchy1"/>
    <dgm:cxn modelId="{2379C832-4AF1-C045-82B5-640B0EBDCC38}" type="presParOf" srcId="{ECAA73C1-F51F-DB4C-8585-9C30EA4D7CB8}" destId="{10E3C1D0-A0B1-F94D-A275-D21A23130C16}" srcOrd="1" destOrd="0" presId="urn:microsoft.com/office/officeart/2005/8/layout/hierarchy1"/>
    <dgm:cxn modelId="{1DAB44A0-D5BB-6647-A0ED-3B50A83CCE32}" type="presParOf" srcId="{10E3C1D0-A0B1-F94D-A275-D21A23130C16}" destId="{06201090-86FD-C24B-9B72-9AFC63A48A8B}" srcOrd="0" destOrd="0" presId="urn:microsoft.com/office/officeart/2005/8/layout/hierarchy1"/>
    <dgm:cxn modelId="{95E06AC4-8AF5-D54A-A9EC-B016D0F664FC}" type="presParOf" srcId="{10E3C1D0-A0B1-F94D-A275-D21A23130C16}" destId="{F590B7A3-428F-CB45-A5BF-4DF836C0C922}" srcOrd="1" destOrd="0" presId="urn:microsoft.com/office/officeart/2005/8/layout/hierarchy1"/>
    <dgm:cxn modelId="{90811E76-4C22-1545-8193-FA11CDF2DC1C}" type="presParOf" srcId="{F590B7A3-428F-CB45-A5BF-4DF836C0C922}" destId="{7D485E97-2DBA-544D-95AF-B5E605D8F567}" srcOrd="0" destOrd="0" presId="urn:microsoft.com/office/officeart/2005/8/layout/hierarchy1"/>
    <dgm:cxn modelId="{B7BAD647-15F2-8347-B5FA-D7801727AEBC}" type="presParOf" srcId="{7D485E97-2DBA-544D-95AF-B5E605D8F567}" destId="{BD54E03D-6E03-FD4F-8291-E343CE0F4111}" srcOrd="0" destOrd="0" presId="urn:microsoft.com/office/officeart/2005/8/layout/hierarchy1"/>
    <dgm:cxn modelId="{81E73E64-12FD-4747-8614-CB471A016F49}" type="presParOf" srcId="{7D485E97-2DBA-544D-95AF-B5E605D8F567}" destId="{AD429995-AD01-AD49-B560-FA2E5149FEFD}" srcOrd="1" destOrd="0" presId="urn:microsoft.com/office/officeart/2005/8/layout/hierarchy1"/>
    <dgm:cxn modelId="{528F100C-3BBA-5743-948D-A571A45E0818}" type="presParOf" srcId="{F590B7A3-428F-CB45-A5BF-4DF836C0C922}" destId="{C8767759-75F9-0C47-A2E3-B1C0BE8A8E1B}" srcOrd="1" destOrd="0" presId="urn:microsoft.com/office/officeart/2005/8/layout/hierarchy1"/>
    <dgm:cxn modelId="{258BF393-05D8-E145-91B8-B261DC03EAD7}" type="presParOf" srcId="{3C244EB0-3327-2F46-90BA-E320BC738D96}" destId="{DF8ED523-A95F-A14C-B58D-1E3CC8405126}" srcOrd="2" destOrd="0" presId="urn:microsoft.com/office/officeart/2005/8/layout/hierarchy1"/>
    <dgm:cxn modelId="{72278F33-044E-D24F-9EA3-64C83ED616ED}" type="presParOf" srcId="{DF8ED523-A95F-A14C-B58D-1E3CC8405126}" destId="{78668599-CD75-F74B-A8B4-4D485E422DEF}" srcOrd="0" destOrd="0" presId="urn:microsoft.com/office/officeart/2005/8/layout/hierarchy1"/>
    <dgm:cxn modelId="{58E32DF8-7831-D04E-B3CE-AE2BA053A0D9}" type="presParOf" srcId="{78668599-CD75-F74B-A8B4-4D485E422DEF}" destId="{D097C379-613F-CE40-95AE-6A1F74ED3CBC}" srcOrd="0" destOrd="0" presId="urn:microsoft.com/office/officeart/2005/8/layout/hierarchy1"/>
    <dgm:cxn modelId="{FB4BDC5A-D747-3944-95D5-5A1A2FF9C391}" type="presParOf" srcId="{78668599-CD75-F74B-A8B4-4D485E422DEF}" destId="{C142294B-F04F-AD4E-B913-2AEBD32BFCA9}" srcOrd="1" destOrd="0" presId="urn:microsoft.com/office/officeart/2005/8/layout/hierarchy1"/>
    <dgm:cxn modelId="{4B432182-8ABF-D047-8B01-5E8FB4E35E65}" type="presParOf" srcId="{DF8ED523-A95F-A14C-B58D-1E3CC8405126}" destId="{22DA2BD9-4829-3341-B958-A774B2032FF6}" srcOrd="1" destOrd="0" presId="urn:microsoft.com/office/officeart/2005/8/layout/hierarchy1"/>
    <dgm:cxn modelId="{6902F931-2439-084F-8EA7-6093096BEBD2}" type="presParOf" srcId="{22DA2BD9-4829-3341-B958-A774B2032FF6}" destId="{A4D9B3AD-6114-BE48-BDB4-DDF18E405EFD}" srcOrd="0" destOrd="0" presId="urn:microsoft.com/office/officeart/2005/8/layout/hierarchy1"/>
    <dgm:cxn modelId="{11758273-F2DD-914F-AA4A-AE6DE5D601B1}" type="presParOf" srcId="{22DA2BD9-4829-3341-B958-A774B2032FF6}" destId="{000C6863-C2F8-D848-8DA0-B91EF8A493AB}" srcOrd="1" destOrd="0" presId="urn:microsoft.com/office/officeart/2005/8/layout/hierarchy1"/>
    <dgm:cxn modelId="{D152F170-773A-3148-96C3-1C19CFE663F3}" type="presParOf" srcId="{000C6863-C2F8-D848-8DA0-B91EF8A493AB}" destId="{D9E4513F-26E3-7040-BD7F-E9BF64A9C65F}" srcOrd="0" destOrd="0" presId="urn:microsoft.com/office/officeart/2005/8/layout/hierarchy1"/>
    <dgm:cxn modelId="{685839F1-F8E2-F640-A3C8-E36D54328156}" type="presParOf" srcId="{D9E4513F-26E3-7040-BD7F-E9BF64A9C65F}" destId="{F38584D9-0477-E44F-8267-840C1457CAE4}" srcOrd="0" destOrd="0" presId="urn:microsoft.com/office/officeart/2005/8/layout/hierarchy1"/>
    <dgm:cxn modelId="{284400CA-8BFE-0842-A79C-D8F5A46F92EF}" type="presParOf" srcId="{D9E4513F-26E3-7040-BD7F-E9BF64A9C65F}" destId="{95367E62-91AB-8B44-8BD8-A0589B310513}" srcOrd="1" destOrd="0" presId="urn:microsoft.com/office/officeart/2005/8/layout/hierarchy1"/>
    <dgm:cxn modelId="{1D9DD001-5A3B-224E-89E8-249F62CD780E}" type="presParOf" srcId="{000C6863-C2F8-D848-8DA0-B91EF8A493AB}" destId="{346EA8EA-2C85-C14A-80A0-6596B8C18184}" srcOrd="1" destOrd="0" presId="urn:microsoft.com/office/officeart/2005/8/layout/hierarchy1"/>
    <dgm:cxn modelId="{8B2D6010-99DE-3345-9665-0DF5D34CEF9F}" type="presParOf" srcId="{3C244EB0-3327-2F46-90BA-E320BC738D96}" destId="{6B7408F3-8ADF-FB4A-8183-A53406BBF0CC}" srcOrd="3" destOrd="0" presId="urn:microsoft.com/office/officeart/2005/8/layout/hierarchy1"/>
    <dgm:cxn modelId="{442D4A29-7B83-CE4F-AC78-6747BAA96E66}" type="presParOf" srcId="{6B7408F3-8ADF-FB4A-8183-A53406BBF0CC}" destId="{8317EDBD-A1BA-FD4A-8153-5E3A3EA4D94B}" srcOrd="0" destOrd="0" presId="urn:microsoft.com/office/officeart/2005/8/layout/hierarchy1"/>
    <dgm:cxn modelId="{A56E2704-5F87-7948-9252-CD3EF0478B60}" type="presParOf" srcId="{8317EDBD-A1BA-FD4A-8153-5E3A3EA4D94B}" destId="{7CB0AB05-4B38-BB48-8C4C-6C52DB132B06}" srcOrd="0" destOrd="0" presId="urn:microsoft.com/office/officeart/2005/8/layout/hierarchy1"/>
    <dgm:cxn modelId="{3EF1AB2F-3979-AB43-BE13-B1C984254756}" type="presParOf" srcId="{8317EDBD-A1BA-FD4A-8153-5E3A3EA4D94B}" destId="{0EB849F9-E669-2A46-9802-FD63593F9E91}" srcOrd="1" destOrd="0" presId="urn:microsoft.com/office/officeart/2005/8/layout/hierarchy1"/>
    <dgm:cxn modelId="{2D840F17-DF9B-5F40-930A-843EA41078A5}" type="presParOf" srcId="{6B7408F3-8ADF-FB4A-8183-A53406BBF0CC}" destId="{51A44307-D630-1647-A921-B31699CCA0F6}" srcOrd="1" destOrd="0" presId="urn:microsoft.com/office/officeart/2005/8/layout/hierarchy1"/>
    <dgm:cxn modelId="{17805CD4-B75D-8D43-BFE9-7223883BBB25}" type="presParOf" srcId="{51A44307-D630-1647-A921-B31699CCA0F6}" destId="{FC113276-7B70-A046-BF1C-3AADDF9C4FCA}" srcOrd="0" destOrd="0" presId="urn:microsoft.com/office/officeart/2005/8/layout/hierarchy1"/>
    <dgm:cxn modelId="{0C71AAE0-35A8-0E43-BDD1-78FE90696CC3}" type="presParOf" srcId="{51A44307-D630-1647-A921-B31699CCA0F6}" destId="{FD4C0FDE-7398-6549-97ED-8E3B93FCB068}" srcOrd="1" destOrd="0" presId="urn:microsoft.com/office/officeart/2005/8/layout/hierarchy1"/>
    <dgm:cxn modelId="{9CA09B56-DEA6-AC47-AD54-61141E8A2B51}" type="presParOf" srcId="{FD4C0FDE-7398-6549-97ED-8E3B93FCB068}" destId="{6D5FEE12-676D-3B4E-AC43-4F2724511423}" srcOrd="0" destOrd="0" presId="urn:microsoft.com/office/officeart/2005/8/layout/hierarchy1"/>
    <dgm:cxn modelId="{04B5BDDE-1261-AD4C-A7AB-F185F0D67C80}" type="presParOf" srcId="{6D5FEE12-676D-3B4E-AC43-4F2724511423}" destId="{AA59B9BA-8CA8-8B47-A1CB-0A041F1CC429}" srcOrd="0" destOrd="0" presId="urn:microsoft.com/office/officeart/2005/8/layout/hierarchy1"/>
    <dgm:cxn modelId="{48C68AA6-67B5-2441-B791-811FAD1DC9C0}" type="presParOf" srcId="{6D5FEE12-676D-3B4E-AC43-4F2724511423}" destId="{41B32B1F-7725-C24D-A6F4-FEA1579FC995}" srcOrd="1" destOrd="0" presId="urn:microsoft.com/office/officeart/2005/8/layout/hierarchy1"/>
    <dgm:cxn modelId="{40557A9D-A09A-0547-A17A-1320B7C1F126}" type="presParOf" srcId="{FD4C0FDE-7398-6549-97ED-8E3B93FCB068}" destId="{0F947AC8-B789-E94C-BF43-8765B836B52C}" srcOrd="1" destOrd="0" presId="urn:microsoft.com/office/officeart/2005/8/layout/hierarchy1"/>
    <dgm:cxn modelId="{71F076BF-D53B-A24A-BD2E-B3760B9E6CAC}" type="presParOf" srcId="{3C244EB0-3327-2F46-90BA-E320BC738D96}" destId="{ADCEB1DE-78D8-384F-85B4-C035FCF67507}" srcOrd="4" destOrd="0" presId="urn:microsoft.com/office/officeart/2005/8/layout/hierarchy1"/>
    <dgm:cxn modelId="{67D18F9A-83C4-3841-BD7D-210F63FC8C31}" type="presParOf" srcId="{ADCEB1DE-78D8-384F-85B4-C035FCF67507}" destId="{115E2396-7B1D-E648-88D5-406FC42C1555}" srcOrd="0" destOrd="0" presId="urn:microsoft.com/office/officeart/2005/8/layout/hierarchy1"/>
    <dgm:cxn modelId="{DA40B0AB-391B-6344-B629-711C2045AF97}" type="presParOf" srcId="{115E2396-7B1D-E648-88D5-406FC42C1555}" destId="{214B8C83-7D8B-B44E-9C85-2E99FF55FB45}" srcOrd="0" destOrd="0" presId="urn:microsoft.com/office/officeart/2005/8/layout/hierarchy1"/>
    <dgm:cxn modelId="{83593AEF-BE9E-1742-A6A1-6822B85CE562}" type="presParOf" srcId="{115E2396-7B1D-E648-88D5-406FC42C1555}" destId="{7A0F6870-8B6B-4A44-9F7D-A7A5FD6ACB9F}" srcOrd="1" destOrd="0" presId="urn:microsoft.com/office/officeart/2005/8/layout/hierarchy1"/>
    <dgm:cxn modelId="{6F80CF57-8AC5-0C4E-98F4-C6FACEA65FCF}" type="presParOf" srcId="{ADCEB1DE-78D8-384F-85B4-C035FCF67507}" destId="{26AFCFD3-F09A-7B46-BFA2-51BDA2D1770F}" srcOrd="1" destOrd="0" presId="urn:microsoft.com/office/officeart/2005/8/layout/hierarchy1"/>
    <dgm:cxn modelId="{F30190B3-CF40-F24E-875C-D8B20F11A68C}" type="presParOf" srcId="{26AFCFD3-F09A-7B46-BFA2-51BDA2D1770F}" destId="{32409CCA-8914-7C43-8EF3-93EE8C3C8605}" srcOrd="0" destOrd="0" presId="urn:microsoft.com/office/officeart/2005/8/layout/hierarchy1"/>
    <dgm:cxn modelId="{4083497C-CE63-B743-85D2-13091B51F6E8}" type="presParOf" srcId="{26AFCFD3-F09A-7B46-BFA2-51BDA2D1770F}" destId="{B0C71D00-08BE-E64A-B17F-C4E43AB3A32F}" srcOrd="1" destOrd="0" presId="urn:microsoft.com/office/officeart/2005/8/layout/hierarchy1"/>
    <dgm:cxn modelId="{03BB5BAE-DFA4-B240-AB02-98C70F6FD8E0}" type="presParOf" srcId="{B0C71D00-08BE-E64A-B17F-C4E43AB3A32F}" destId="{88DAA9AA-A9DB-DF49-92F8-57D3501E151A}" srcOrd="0" destOrd="0" presId="urn:microsoft.com/office/officeart/2005/8/layout/hierarchy1"/>
    <dgm:cxn modelId="{AC77416C-B931-7C4C-929A-C30BD8126BDC}" type="presParOf" srcId="{88DAA9AA-A9DB-DF49-92F8-57D3501E151A}" destId="{2F790329-4300-AB49-9A5F-180DEBF99F77}" srcOrd="0" destOrd="0" presId="urn:microsoft.com/office/officeart/2005/8/layout/hierarchy1"/>
    <dgm:cxn modelId="{BEB0EE92-A609-BA40-BB7F-A898FAEEF2AE}" type="presParOf" srcId="{88DAA9AA-A9DB-DF49-92F8-57D3501E151A}" destId="{DA0F905B-68FA-EB4B-863C-8DE10C2ABD50}" srcOrd="1" destOrd="0" presId="urn:microsoft.com/office/officeart/2005/8/layout/hierarchy1"/>
    <dgm:cxn modelId="{549E8C4C-5D67-764B-A9E6-123C92FC7F13}" type="presParOf" srcId="{B0C71D00-08BE-E64A-B17F-C4E43AB3A32F}" destId="{01FD8ED5-FA30-0748-A7D7-F7069CE3DBC5}" srcOrd="1" destOrd="0" presId="urn:microsoft.com/office/officeart/2005/8/layout/hierarchy1"/>
    <dgm:cxn modelId="{71AA050B-615C-F74B-9B2B-DE3259937441}" type="presParOf" srcId="{3C244EB0-3327-2F46-90BA-E320BC738D96}" destId="{4B6665F8-6A42-9043-A7BC-29D78F6D4360}" srcOrd="5" destOrd="0" presId="urn:microsoft.com/office/officeart/2005/8/layout/hierarchy1"/>
    <dgm:cxn modelId="{6153FC7C-9366-834D-BA5A-E3D2CD03FB9D}" type="presParOf" srcId="{4B6665F8-6A42-9043-A7BC-29D78F6D4360}" destId="{64142AEA-1B23-9343-81D2-963100E689BA}" srcOrd="0" destOrd="0" presId="urn:microsoft.com/office/officeart/2005/8/layout/hierarchy1"/>
    <dgm:cxn modelId="{75D4A8D7-5A69-134F-8B28-A53ACEE92D56}" type="presParOf" srcId="{64142AEA-1B23-9343-81D2-963100E689BA}" destId="{7A57D2F4-106C-DE45-A633-655DAC824E33}" srcOrd="0" destOrd="0" presId="urn:microsoft.com/office/officeart/2005/8/layout/hierarchy1"/>
    <dgm:cxn modelId="{078D51D5-7621-CB43-8490-E3409FF4710C}" type="presParOf" srcId="{64142AEA-1B23-9343-81D2-963100E689BA}" destId="{3FB6A0B4-3057-4541-B33E-5940C40E8D17}" srcOrd="1" destOrd="0" presId="urn:microsoft.com/office/officeart/2005/8/layout/hierarchy1"/>
    <dgm:cxn modelId="{4AB04130-EE58-F74F-BF0B-E9C1F0E88AB0}" type="presParOf" srcId="{4B6665F8-6A42-9043-A7BC-29D78F6D4360}" destId="{4F5DDF08-60F1-284C-9721-F61A145B14ED}" srcOrd="1" destOrd="0" presId="urn:microsoft.com/office/officeart/2005/8/layout/hierarchy1"/>
    <dgm:cxn modelId="{C357D8BD-BBF1-C94E-8BDD-5587C78E41C5}" type="presParOf" srcId="{4F5DDF08-60F1-284C-9721-F61A145B14ED}" destId="{30D278BD-19FF-A84D-BA4A-A813611D244F}" srcOrd="0" destOrd="0" presId="urn:microsoft.com/office/officeart/2005/8/layout/hierarchy1"/>
    <dgm:cxn modelId="{9196ECD5-717A-2B4B-8A61-0B62C9824205}" type="presParOf" srcId="{4F5DDF08-60F1-284C-9721-F61A145B14ED}" destId="{51763F05-288D-7747-A4E2-ADA129295E9D}" srcOrd="1" destOrd="0" presId="urn:microsoft.com/office/officeart/2005/8/layout/hierarchy1"/>
    <dgm:cxn modelId="{043E4D60-6E5C-C744-BDDE-447333C303CD}" type="presParOf" srcId="{51763F05-288D-7747-A4E2-ADA129295E9D}" destId="{7C5D4307-E054-5E45-A89D-A020E795BF7E}" srcOrd="0" destOrd="0" presId="urn:microsoft.com/office/officeart/2005/8/layout/hierarchy1"/>
    <dgm:cxn modelId="{19AED739-576F-7D4A-B3CE-93F871711409}" type="presParOf" srcId="{7C5D4307-E054-5E45-A89D-A020E795BF7E}" destId="{DCA30B9F-B525-0F45-BAC7-39E3147BE9D3}" srcOrd="0" destOrd="0" presId="urn:microsoft.com/office/officeart/2005/8/layout/hierarchy1"/>
    <dgm:cxn modelId="{18EED47C-DA7B-F741-A585-354BEAA5A1DF}" type="presParOf" srcId="{7C5D4307-E054-5E45-A89D-A020E795BF7E}" destId="{77ECCCA7-BA27-904F-8079-B9CA2D94F38D}" srcOrd="1" destOrd="0" presId="urn:microsoft.com/office/officeart/2005/8/layout/hierarchy1"/>
    <dgm:cxn modelId="{8709017B-2F41-1E48-A813-0510A966B6B6}" type="presParOf" srcId="{51763F05-288D-7747-A4E2-ADA129295E9D}" destId="{37847B84-8D1D-A04F-A8C5-4F303938F244}" srcOrd="1" destOrd="0" presId="urn:microsoft.com/office/officeart/2005/8/layout/hierarchy1"/>
    <dgm:cxn modelId="{08118610-0759-DA41-9D3B-C4C5761ADB59}" type="presParOf" srcId="{3C244EB0-3327-2F46-90BA-E320BC738D96}" destId="{05E4B856-03EB-CE48-AE95-4CF2F6810560}" srcOrd="6" destOrd="0" presId="urn:microsoft.com/office/officeart/2005/8/layout/hierarchy1"/>
    <dgm:cxn modelId="{0779977D-452B-C741-8344-F4E62F9F1F27}" type="presParOf" srcId="{05E4B856-03EB-CE48-AE95-4CF2F6810560}" destId="{5E7E7777-1A90-2242-85D3-E68ED31A4E29}" srcOrd="0" destOrd="0" presId="urn:microsoft.com/office/officeart/2005/8/layout/hierarchy1"/>
    <dgm:cxn modelId="{A5464970-6DF5-C74C-82BA-1150B401E6EF}" type="presParOf" srcId="{5E7E7777-1A90-2242-85D3-E68ED31A4E29}" destId="{E79F4FE6-3038-244B-9A75-7E070CAD838C}" srcOrd="0" destOrd="0" presId="urn:microsoft.com/office/officeart/2005/8/layout/hierarchy1"/>
    <dgm:cxn modelId="{175AC631-3987-DE48-B5A3-3D8593F408F6}" type="presParOf" srcId="{5E7E7777-1A90-2242-85D3-E68ED31A4E29}" destId="{4C33884D-8659-4945-B451-6A5B12AB20DE}" srcOrd="1" destOrd="0" presId="urn:microsoft.com/office/officeart/2005/8/layout/hierarchy1"/>
    <dgm:cxn modelId="{9CB9EB1E-F9E6-DA47-8A03-7AAD69ADBB1F}" type="presParOf" srcId="{05E4B856-03EB-CE48-AE95-4CF2F6810560}" destId="{BD512BCE-7ED2-A24A-8968-621730B0F841}" srcOrd="1" destOrd="0" presId="urn:microsoft.com/office/officeart/2005/8/layout/hierarchy1"/>
    <dgm:cxn modelId="{D386409C-2C41-CC45-BD49-45888A3BB9A2}" type="presParOf" srcId="{BD512BCE-7ED2-A24A-8968-621730B0F841}" destId="{0267EE9F-22EF-6F43-A4C3-FE46279CB0DC}" srcOrd="0" destOrd="0" presId="urn:microsoft.com/office/officeart/2005/8/layout/hierarchy1"/>
    <dgm:cxn modelId="{B685A329-6966-E244-BDCD-F6E361C35C02}" type="presParOf" srcId="{BD512BCE-7ED2-A24A-8968-621730B0F841}" destId="{6489E031-127B-C34A-AC89-96CE0A8AEA3A}" srcOrd="1" destOrd="0" presId="urn:microsoft.com/office/officeart/2005/8/layout/hierarchy1"/>
    <dgm:cxn modelId="{9529340D-21AA-1E4F-AEE7-039746B36555}" type="presParOf" srcId="{6489E031-127B-C34A-AC89-96CE0A8AEA3A}" destId="{461AFFF9-261C-3347-A295-9167A17A585D}" srcOrd="0" destOrd="0" presId="urn:microsoft.com/office/officeart/2005/8/layout/hierarchy1"/>
    <dgm:cxn modelId="{F738CCB9-EC43-CD4F-B577-474872FFBD1F}" type="presParOf" srcId="{461AFFF9-261C-3347-A295-9167A17A585D}" destId="{D73E52E4-8B84-3F4B-A84E-1075755C9560}" srcOrd="0" destOrd="0" presId="urn:microsoft.com/office/officeart/2005/8/layout/hierarchy1"/>
    <dgm:cxn modelId="{E0EBDC14-4D82-8949-983C-AD2520C5906A}" type="presParOf" srcId="{461AFFF9-261C-3347-A295-9167A17A585D}" destId="{CC4615AF-8936-8443-B3DC-4B7E444E2D99}" srcOrd="1" destOrd="0" presId="urn:microsoft.com/office/officeart/2005/8/layout/hierarchy1"/>
    <dgm:cxn modelId="{6E281DB5-206E-D04F-B073-21C996D0769E}" type="presParOf" srcId="{6489E031-127B-C34A-AC89-96CE0A8AEA3A}" destId="{D3627F73-151F-5346-B21A-9773790BD7D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3630EA-3ED7-4E63-9D71-D292DB5751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AFF98B-3263-4D1F-A331-64E9EC8EE677}">
      <dgm:prSet/>
      <dgm:spPr/>
      <dgm:t>
        <a:bodyPr/>
        <a:lstStyle/>
        <a:p>
          <a:r>
            <a:rPr lang="fr-FR" dirty="0"/>
            <a:t>ACP pour la réduction de dimensions et la visualisation.</a:t>
          </a:r>
          <a:endParaRPr lang="en-US" dirty="0"/>
        </a:p>
      </dgm:t>
    </dgm:pt>
    <dgm:pt modelId="{2CE776D1-24BA-4356-A463-FA079FA5AED7}" type="parTrans" cxnId="{9B8D3B09-312D-47CB-A091-B58C604950A7}">
      <dgm:prSet/>
      <dgm:spPr/>
      <dgm:t>
        <a:bodyPr/>
        <a:lstStyle/>
        <a:p>
          <a:endParaRPr lang="en-US"/>
        </a:p>
      </dgm:t>
    </dgm:pt>
    <dgm:pt modelId="{1031E56C-E5AA-4412-B47E-B86AE1224129}" type="sibTrans" cxnId="{9B8D3B09-312D-47CB-A091-B58C604950A7}">
      <dgm:prSet/>
      <dgm:spPr/>
      <dgm:t>
        <a:bodyPr/>
        <a:lstStyle/>
        <a:p>
          <a:endParaRPr lang="en-US"/>
        </a:p>
      </dgm:t>
    </dgm:pt>
    <dgm:pt modelId="{3F8A8684-2391-4940-94AC-14E1ECD29853}">
      <dgm:prSet/>
      <dgm:spPr/>
      <dgm:t>
        <a:bodyPr/>
        <a:lstStyle/>
        <a:p>
          <a:r>
            <a:rPr lang="fr-FR" dirty="0"/>
            <a:t>Classification Ascendante Hiérarchique (CAH).</a:t>
          </a:r>
          <a:endParaRPr lang="en-US" dirty="0"/>
        </a:p>
      </dgm:t>
    </dgm:pt>
    <dgm:pt modelId="{86381681-85B0-4717-AD89-8325673FEB11}" type="parTrans" cxnId="{31A65578-57C8-4582-B76F-02EBED54182D}">
      <dgm:prSet/>
      <dgm:spPr/>
      <dgm:t>
        <a:bodyPr/>
        <a:lstStyle/>
        <a:p>
          <a:endParaRPr lang="en-US"/>
        </a:p>
      </dgm:t>
    </dgm:pt>
    <dgm:pt modelId="{5AACD714-DEA6-4E9A-87C9-94C55F579E59}" type="sibTrans" cxnId="{31A65578-57C8-4582-B76F-02EBED54182D}">
      <dgm:prSet/>
      <dgm:spPr/>
      <dgm:t>
        <a:bodyPr/>
        <a:lstStyle/>
        <a:p>
          <a:endParaRPr lang="en-US"/>
        </a:p>
      </dgm:t>
    </dgm:pt>
    <dgm:pt modelId="{7EB0851F-6DD4-4E83-A22D-777B12D080B4}">
      <dgm:prSet/>
      <dgm:spPr/>
      <dgm:t>
        <a:bodyPr/>
        <a:lstStyle/>
        <a:p>
          <a:r>
            <a:rPr lang="fr-FR" dirty="0"/>
            <a:t>K-means pour affiner la segmentation.</a:t>
          </a:r>
          <a:endParaRPr lang="en-US" dirty="0"/>
        </a:p>
      </dgm:t>
    </dgm:pt>
    <dgm:pt modelId="{0523C456-779D-4A6B-A3E3-3855BB232907}" type="parTrans" cxnId="{C033CDB7-9D40-449E-B3D4-58CCC621CD93}">
      <dgm:prSet/>
      <dgm:spPr/>
      <dgm:t>
        <a:bodyPr/>
        <a:lstStyle/>
        <a:p>
          <a:endParaRPr lang="en-US"/>
        </a:p>
      </dgm:t>
    </dgm:pt>
    <dgm:pt modelId="{5A83E5E4-523E-4CA2-8149-C8F2A7043DE5}" type="sibTrans" cxnId="{C033CDB7-9D40-449E-B3D4-58CCC621CD93}">
      <dgm:prSet/>
      <dgm:spPr/>
      <dgm:t>
        <a:bodyPr/>
        <a:lstStyle/>
        <a:p>
          <a:endParaRPr lang="en-US"/>
        </a:p>
      </dgm:t>
    </dgm:pt>
    <dgm:pt modelId="{94EDFF16-78C6-47C6-AB56-DD1FA59DFF64}">
      <dgm:prSet/>
      <dgm:spPr/>
      <dgm:t>
        <a:bodyPr/>
        <a:lstStyle/>
        <a:p>
          <a:r>
            <a:rPr lang="fr-FR" dirty="0"/>
            <a:t>Visualisations (dendrogramme, projection 2D des clusters).</a:t>
          </a:r>
          <a:endParaRPr lang="en-US" dirty="0"/>
        </a:p>
      </dgm:t>
    </dgm:pt>
    <dgm:pt modelId="{7A17041B-053C-43FF-8C1A-DC4DC0CAC6F3}" type="parTrans" cxnId="{2E418C1D-8392-4116-9A53-DAC2476DD2C4}">
      <dgm:prSet/>
      <dgm:spPr/>
      <dgm:t>
        <a:bodyPr/>
        <a:lstStyle/>
        <a:p>
          <a:endParaRPr lang="en-US"/>
        </a:p>
      </dgm:t>
    </dgm:pt>
    <dgm:pt modelId="{1117D0D2-755B-4D31-85B1-04DC6E889817}" type="sibTrans" cxnId="{2E418C1D-8392-4116-9A53-DAC2476DD2C4}">
      <dgm:prSet/>
      <dgm:spPr/>
      <dgm:t>
        <a:bodyPr/>
        <a:lstStyle/>
        <a:p>
          <a:endParaRPr lang="en-US"/>
        </a:p>
      </dgm:t>
    </dgm:pt>
    <dgm:pt modelId="{B237E90D-CEDE-B94B-8AD6-6DFF5E0AA8B7}" type="pres">
      <dgm:prSet presAssocID="{DC3630EA-3ED7-4E63-9D71-D292DB5751DB}" presName="linear" presStyleCnt="0">
        <dgm:presLayoutVars>
          <dgm:animLvl val="lvl"/>
          <dgm:resizeHandles val="exact"/>
        </dgm:presLayoutVars>
      </dgm:prSet>
      <dgm:spPr/>
    </dgm:pt>
    <dgm:pt modelId="{B022822D-8B6D-6141-9087-102C2CDB3559}" type="pres">
      <dgm:prSet presAssocID="{3F8A8684-2391-4940-94AC-14E1ECD298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10E2A4-7148-6945-AD12-D111B5C474CD}" type="pres">
      <dgm:prSet presAssocID="{5AACD714-DEA6-4E9A-87C9-94C55F579E59}" presName="spacer" presStyleCnt="0"/>
      <dgm:spPr/>
    </dgm:pt>
    <dgm:pt modelId="{219BA2DA-3D41-A743-A622-8CBBF7729B5E}" type="pres">
      <dgm:prSet presAssocID="{7EB0851F-6DD4-4E83-A22D-777B12D080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C5C275-C62A-354C-AD1F-970954CA915D}" type="pres">
      <dgm:prSet presAssocID="{5A83E5E4-523E-4CA2-8149-C8F2A7043DE5}" presName="spacer" presStyleCnt="0"/>
      <dgm:spPr/>
    </dgm:pt>
    <dgm:pt modelId="{9BB993B3-197A-CE4F-BEAA-507C8D86BE5E}" type="pres">
      <dgm:prSet presAssocID="{03AFF98B-3263-4D1F-A331-64E9EC8EE6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575DE4-36BD-A148-B9F2-23A128F7BA74}" type="pres">
      <dgm:prSet presAssocID="{1031E56C-E5AA-4412-B47E-B86AE1224129}" presName="spacer" presStyleCnt="0"/>
      <dgm:spPr/>
    </dgm:pt>
    <dgm:pt modelId="{1CCD7D14-17C7-F842-A102-053134FE200E}" type="pres">
      <dgm:prSet presAssocID="{94EDFF16-78C6-47C6-AB56-DD1FA59DFF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B8D3B09-312D-47CB-A091-B58C604950A7}" srcId="{DC3630EA-3ED7-4E63-9D71-D292DB5751DB}" destId="{03AFF98B-3263-4D1F-A331-64E9EC8EE677}" srcOrd="2" destOrd="0" parTransId="{2CE776D1-24BA-4356-A463-FA079FA5AED7}" sibTransId="{1031E56C-E5AA-4412-B47E-B86AE1224129}"/>
    <dgm:cxn modelId="{2E418C1D-8392-4116-9A53-DAC2476DD2C4}" srcId="{DC3630EA-3ED7-4E63-9D71-D292DB5751DB}" destId="{94EDFF16-78C6-47C6-AB56-DD1FA59DFF64}" srcOrd="3" destOrd="0" parTransId="{7A17041B-053C-43FF-8C1A-DC4DC0CAC6F3}" sibTransId="{1117D0D2-755B-4D31-85B1-04DC6E889817}"/>
    <dgm:cxn modelId="{D5F66131-1CB6-2349-8E84-E66B8F0E862E}" type="presOf" srcId="{7EB0851F-6DD4-4E83-A22D-777B12D080B4}" destId="{219BA2DA-3D41-A743-A622-8CBBF7729B5E}" srcOrd="0" destOrd="0" presId="urn:microsoft.com/office/officeart/2005/8/layout/vList2"/>
    <dgm:cxn modelId="{EF786547-13CB-324E-A7B5-CD51C5F6526D}" type="presOf" srcId="{03AFF98B-3263-4D1F-A331-64E9EC8EE677}" destId="{9BB993B3-197A-CE4F-BEAA-507C8D86BE5E}" srcOrd="0" destOrd="0" presId="urn:microsoft.com/office/officeart/2005/8/layout/vList2"/>
    <dgm:cxn modelId="{DCE3BD50-4F54-754B-95F2-2C61EA38B9F8}" type="presOf" srcId="{94EDFF16-78C6-47C6-AB56-DD1FA59DFF64}" destId="{1CCD7D14-17C7-F842-A102-053134FE200E}" srcOrd="0" destOrd="0" presId="urn:microsoft.com/office/officeart/2005/8/layout/vList2"/>
    <dgm:cxn modelId="{31A65578-57C8-4582-B76F-02EBED54182D}" srcId="{DC3630EA-3ED7-4E63-9D71-D292DB5751DB}" destId="{3F8A8684-2391-4940-94AC-14E1ECD29853}" srcOrd="0" destOrd="0" parTransId="{86381681-85B0-4717-AD89-8325673FEB11}" sibTransId="{5AACD714-DEA6-4E9A-87C9-94C55F579E59}"/>
    <dgm:cxn modelId="{1C89E87B-C5EF-E544-BEC0-E1DB04E9D52B}" type="presOf" srcId="{3F8A8684-2391-4940-94AC-14E1ECD29853}" destId="{B022822D-8B6D-6141-9087-102C2CDB3559}" srcOrd="0" destOrd="0" presId="urn:microsoft.com/office/officeart/2005/8/layout/vList2"/>
    <dgm:cxn modelId="{C033CDB7-9D40-449E-B3D4-58CCC621CD93}" srcId="{DC3630EA-3ED7-4E63-9D71-D292DB5751DB}" destId="{7EB0851F-6DD4-4E83-A22D-777B12D080B4}" srcOrd="1" destOrd="0" parTransId="{0523C456-779D-4A6B-A3E3-3855BB232907}" sibTransId="{5A83E5E4-523E-4CA2-8149-C8F2A7043DE5}"/>
    <dgm:cxn modelId="{BF701CE9-FD88-E648-BFC3-F8252932DB71}" type="presOf" srcId="{DC3630EA-3ED7-4E63-9D71-D292DB5751DB}" destId="{B237E90D-CEDE-B94B-8AD6-6DFF5E0AA8B7}" srcOrd="0" destOrd="0" presId="urn:microsoft.com/office/officeart/2005/8/layout/vList2"/>
    <dgm:cxn modelId="{12B9A1E6-8894-8E4E-8BD0-3966E62BFF8D}" type="presParOf" srcId="{B237E90D-CEDE-B94B-8AD6-6DFF5E0AA8B7}" destId="{B022822D-8B6D-6141-9087-102C2CDB3559}" srcOrd="0" destOrd="0" presId="urn:microsoft.com/office/officeart/2005/8/layout/vList2"/>
    <dgm:cxn modelId="{2C2FC94D-46A2-064B-8AFF-C641C9139D64}" type="presParOf" srcId="{B237E90D-CEDE-B94B-8AD6-6DFF5E0AA8B7}" destId="{7310E2A4-7148-6945-AD12-D111B5C474CD}" srcOrd="1" destOrd="0" presId="urn:microsoft.com/office/officeart/2005/8/layout/vList2"/>
    <dgm:cxn modelId="{6B0CE57F-8E83-9F4E-9F64-EE0D50B27712}" type="presParOf" srcId="{B237E90D-CEDE-B94B-8AD6-6DFF5E0AA8B7}" destId="{219BA2DA-3D41-A743-A622-8CBBF7729B5E}" srcOrd="2" destOrd="0" presId="urn:microsoft.com/office/officeart/2005/8/layout/vList2"/>
    <dgm:cxn modelId="{06CA80F1-8B12-D94C-8EF2-FED0D37D8E05}" type="presParOf" srcId="{B237E90D-CEDE-B94B-8AD6-6DFF5E0AA8B7}" destId="{5DC5C275-C62A-354C-AD1F-970954CA915D}" srcOrd="3" destOrd="0" presId="urn:microsoft.com/office/officeart/2005/8/layout/vList2"/>
    <dgm:cxn modelId="{843E556C-E56D-474C-96FB-C2B0531CE358}" type="presParOf" srcId="{B237E90D-CEDE-B94B-8AD6-6DFF5E0AA8B7}" destId="{9BB993B3-197A-CE4F-BEAA-507C8D86BE5E}" srcOrd="4" destOrd="0" presId="urn:microsoft.com/office/officeart/2005/8/layout/vList2"/>
    <dgm:cxn modelId="{EF64C3B1-D19C-D148-8BEE-48E091B8E49B}" type="presParOf" srcId="{B237E90D-CEDE-B94B-8AD6-6DFF5E0AA8B7}" destId="{27575DE4-36BD-A148-B9F2-23A128F7BA74}" srcOrd="5" destOrd="0" presId="urn:microsoft.com/office/officeart/2005/8/layout/vList2"/>
    <dgm:cxn modelId="{3819992B-8927-524F-A03D-C282DA449C6F}" type="presParOf" srcId="{B237E90D-CEDE-B94B-8AD6-6DFF5E0AA8B7}" destId="{1CCD7D14-17C7-F842-A102-053134FE20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7EE9F-22EF-6F43-A4C3-FE46279CB0DC}">
      <dsp:nvSpPr>
        <dsp:cNvPr id="0" name=""/>
        <dsp:cNvSpPr/>
      </dsp:nvSpPr>
      <dsp:spPr>
        <a:xfrm>
          <a:off x="10207147" y="1624402"/>
          <a:ext cx="91440" cy="380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3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D278BD-19FF-A84D-BA4A-A813611D244F}">
      <dsp:nvSpPr>
        <dsp:cNvPr id="0" name=""/>
        <dsp:cNvSpPr/>
      </dsp:nvSpPr>
      <dsp:spPr>
        <a:xfrm>
          <a:off x="8608925" y="1624402"/>
          <a:ext cx="91440" cy="380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3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09CCA-8914-7C43-8EF3-93EE8C3C8605}">
      <dsp:nvSpPr>
        <dsp:cNvPr id="0" name=""/>
        <dsp:cNvSpPr/>
      </dsp:nvSpPr>
      <dsp:spPr>
        <a:xfrm>
          <a:off x="7010704" y="1624402"/>
          <a:ext cx="91440" cy="380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3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13276-7B70-A046-BF1C-3AADDF9C4FCA}">
      <dsp:nvSpPr>
        <dsp:cNvPr id="0" name=""/>
        <dsp:cNvSpPr/>
      </dsp:nvSpPr>
      <dsp:spPr>
        <a:xfrm>
          <a:off x="5412483" y="1624402"/>
          <a:ext cx="91440" cy="380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3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D9B3AD-6114-BE48-BDB4-DDF18E405EFD}">
      <dsp:nvSpPr>
        <dsp:cNvPr id="0" name=""/>
        <dsp:cNvSpPr/>
      </dsp:nvSpPr>
      <dsp:spPr>
        <a:xfrm>
          <a:off x="3814262" y="1624402"/>
          <a:ext cx="91440" cy="380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3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01090-86FD-C24B-9B72-9AFC63A48A8B}">
      <dsp:nvSpPr>
        <dsp:cNvPr id="0" name=""/>
        <dsp:cNvSpPr/>
      </dsp:nvSpPr>
      <dsp:spPr>
        <a:xfrm>
          <a:off x="2216041" y="1624402"/>
          <a:ext cx="91440" cy="380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3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0A3083-88C9-AA42-A8DC-E453F83F40D5}">
      <dsp:nvSpPr>
        <dsp:cNvPr id="0" name=""/>
        <dsp:cNvSpPr/>
      </dsp:nvSpPr>
      <dsp:spPr>
        <a:xfrm>
          <a:off x="617819" y="1624402"/>
          <a:ext cx="91440" cy="380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30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C91421-E00E-8744-92AE-87396F390431}">
      <dsp:nvSpPr>
        <dsp:cNvPr id="0" name=""/>
        <dsp:cNvSpPr/>
      </dsp:nvSpPr>
      <dsp:spPr>
        <a:xfrm>
          <a:off x="9722" y="794054"/>
          <a:ext cx="1307635" cy="830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CE40E-6FE7-634D-9019-BE02719B33FC}">
      <dsp:nvSpPr>
        <dsp:cNvPr id="0" name=""/>
        <dsp:cNvSpPr/>
      </dsp:nvSpPr>
      <dsp:spPr>
        <a:xfrm>
          <a:off x="155015" y="932082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Pays</a:t>
          </a:r>
          <a:endParaRPr lang="en-US" sz="900" kern="1200" dirty="0"/>
        </a:p>
      </dsp:txBody>
      <dsp:txXfrm>
        <a:off x="179335" y="956402"/>
        <a:ext cx="1258995" cy="781708"/>
      </dsp:txXfrm>
    </dsp:sp>
    <dsp:sp modelId="{95D99108-F690-6E48-8384-0C9AE0F01B4E}">
      <dsp:nvSpPr>
        <dsp:cNvPr id="0" name=""/>
        <dsp:cNvSpPr/>
      </dsp:nvSpPr>
      <dsp:spPr>
        <a:xfrm>
          <a:off x="9722" y="2004706"/>
          <a:ext cx="1307635" cy="830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EA7D9-757A-514D-A785-B700657220F6}">
      <dsp:nvSpPr>
        <dsp:cNvPr id="0" name=""/>
        <dsp:cNvSpPr/>
      </dsp:nvSpPr>
      <dsp:spPr>
        <a:xfrm>
          <a:off x="155015" y="2142735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référentiel des pays du monde</a:t>
          </a:r>
        </a:p>
      </dsp:txBody>
      <dsp:txXfrm>
        <a:off x="179335" y="2167055"/>
        <a:ext cx="1258995" cy="781708"/>
      </dsp:txXfrm>
    </dsp:sp>
    <dsp:sp modelId="{6820FAB8-1B4E-DC48-BA80-4B3B929E71A3}">
      <dsp:nvSpPr>
        <dsp:cNvPr id="0" name=""/>
        <dsp:cNvSpPr/>
      </dsp:nvSpPr>
      <dsp:spPr>
        <a:xfrm>
          <a:off x="1607943" y="794054"/>
          <a:ext cx="1307635" cy="830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B9EB3-AE44-D64C-8DF4-E617728AFA82}">
      <dsp:nvSpPr>
        <dsp:cNvPr id="0" name=""/>
        <dsp:cNvSpPr/>
      </dsp:nvSpPr>
      <dsp:spPr>
        <a:xfrm>
          <a:off x="1753236" y="932082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Population</a:t>
          </a:r>
        </a:p>
      </dsp:txBody>
      <dsp:txXfrm>
        <a:off x="1777556" y="956402"/>
        <a:ext cx="1258995" cy="781708"/>
      </dsp:txXfrm>
    </dsp:sp>
    <dsp:sp modelId="{BD54E03D-6E03-FD4F-8291-E343CE0F4111}">
      <dsp:nvSpPr>
        <dsp:cNvPr id="0" name=""/>
        <dsp:cNvSpPr/>
      </dsp:nvSpPr>
      <dsp:spPr>
        <a:xfrm>
          <a:off x="1607943" y="2004706"/>
          <a:ext cx="1307635" cy="830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29995-AD01-AD49-B560-FA2E5149FEFD}">
      <dsp:nvSpPr>
        <dsp:cNvPr id="0" name=""/>
        <dsp:cNvSpPr/>
      </dsp:nvSpPr>
      <dsp:spPr>
        <a:xfrm>
          <a:off x="1753236" y="2142735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données sur la population</a:t>
          </a:r>
        </a:p>
      </dsp:txBody>
      <dsp:txXfrm>
        <a:off x="1777556" y="2167055"/>
        <a:ext cx="1258995" cy="781708"/>
      </dsp:txXfrm>
    </dsp:sp>
    <dsp:sp modelId="{D097C379-613F-CE40-95AE-6A1F74ED3CBC}">
      <dsp:nvSpPr>
        <dsp:cNvPr id="0" name=""/>
        <dsp:cNvSpPr/>
      </dsp:nvSpPr>
      <dsp:spPr>
        <a:xfrm>
          <a:off x="3206164" y="794054"/>
          <a:ext cx="1307635" cy="830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2294B-F04F-AD4E-B913-2AEBD32BFCA9}">
      <dsp:nvSpPr>
        <dsp:cNvPr id="0" name=""/>
        <dsp:cNvSpPr/>
      </dsp:nvSpPr>
      <dsp:spPr>
        <a:xfrm>
          <a:off x="3351457" y="932082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PIB (Produit Intérieur brut)</a:t>
          </a:r>
        </a:p>
      </dsp:txBody>
      <dsp:txXfrm>
        <a:off x="3375777" y="956402"/>
        <a:ext cx="1258995" cy="781708"/>
      </dsp:txXfrm>
    </dsp:sp>
    <dsp:sp modelId="{F38584D9-0477-E44F-8267-840C1457CAE4}">
      <dsp:nvSpPr>
        <dsp:cNvPr id="0" name=""/>
        <dsp:cNvSpPr/>
      </dsp:nvSpPr>
      <dsp:spPr>
        <a:xfrm>
          <a:off x="3206164" y="2004706"/>
          <a:ext cx="1307635" cy="830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67E62-91AB-8B44-8BD8-A0589B310513}">
      <dsp:nvSpPr>
        <dsp:cNvPr id="0" name=""/>
        <dsp:cNvSpPr/>
      </dsp:nvSpPr>
      <dsp:spPr>
        <a:xfrm>
          <a:off x="3351457" y="2142735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Valeur du PIB (en US $)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Et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Evolution par rapport à l’Année-1  </a:t>
          </a:r>
        </a:p>
      </dsp:txBody>
      <dsp:txXfrm>
        <a:off x="3375777" y="2167055"/>
        <a:ext cx="1258995" cy="781708"/>
      </dsp:txXfrm>
    </dsp:sp>
    <dsp:sp modelId="{7CB0AB05-4B38-BB48-8C4C-6C52DB132B06}">
      <dsp:nvSpPr>
        <dsp:cNvPr id="0" name=""/>
        <dsp:cNvSpPr/>
      </dsp:nvSpPr>
      <dsp:spPr>
        <a:xfrm>
          <a:off x="4804385" y="794054"/>
          <a:ext cx="1307635" cy="830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849F9-E669-2A46-9802-FD63593F9E91}">
      <dsp:nvSpPr>
        <dsp:cNvPr id="0" name=""/>
        <dsp:cNvSpPr/>
      </dsp:nvSpPr>
      <dsp:spPr>
        <a:xfrm>
          <a:off x="4949678" y="932082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Echanges</a:t>
          </a:r>
          <a:r>
            <a:rPr lang="en-US" sz="900" kern="1200" dirty="0"/>
            <a:t> </a:t>
          </a:r>
          <a:r>
            <a:rPr lang="en-US" sz="900" kern="1200" dirty="0" err="1"/>
            <a:t>commerciaux</a:t>
          </a:r>
          <a:endParaRPr lang="en-US" sz="900" kern="1200" dirty="0"/>
        </a:p>
      </dsp:txBody>
      <dsp:txXfrm>
        <a:off x="4973998" y="956402"/>
        <a:ext cx="1258995" cy="781708"/>
      </dsp:txXfrm>
    </dsp:sp>
    <dsp:sp modelId="{AA59B9BA-8CA8-8B47-A1CB-0A041F1CC429}">
      <dsp:nvSpPr>
        <dsp:cNvPr id="0" name=""/>
        <dsp:cNvSpPr/>
      </dsp:nvSpPr>
      <dsp:spPr>
        <a:xfrm>
          <a:off x="4804385" y="2004706"/>
          <a:ext cx="1307635" cy="830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32B1F-7725-C24D-A6F4-FEA1579FC995}">
      <dsp:nvSpPr>
        <dsp:cNvPr id="0" name=""/>
        <dsp:cNvSpPr/>
      </dsp:nvSpPr>
      <dsp:spPr>
        <a:xfrm>
          <a:off x="4949678" y="2142735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Balance du commerce extérieur de la filière poulet</a:t>
          </a:r>
          <a:endParaRPr lang="fr-FR" sz="900" kern="1200" dirty="0"/>
        </a:p>
      </dsp:txBody>
      <dsp:txXfrm>
        <a:off x="4973998" y="2167055"/>
        <a:ext cx="1258995" cy="781708"/>
      </dsp:txXfrm>
    </dsp:sp>
    <dsp:sp modelId="{214B8C83-7D8B-B44E-9C85-2E99FF55FB45}">
      <dsp:nvSpPr>
        <dsp:cNvPr id="0" name=""/>
        <dsp:cNvSpPr/>
      </dsp:nvSpPr>
      <dsp:spPr>
        <a:xfrm>
          <a:off x="6402607" y="794054"/>
          <a:ext cx="1307635" cy="830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F6870-8B6B-4A44-9F7D-A7A5FD6ACB9F}">
      <dsp:nvSpPr>
        <dsp:cNvPr id="0" name=""/>
        <dsp:cNvSpPr/>
      </dsp:nvSpPr>
      <dsp:spPr>
        <a:xfrm>
          <a:off x="6547899" y="932082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Indicateur</a:t>
          </a:r>
          <a:r>
            <a:rPr lang="en-US" sz="900" kern="1200" dirty="0"/>
            <a:t> de </a:t>
          </a:r>
          <a:r>
            <a:rPr lang="en-US" sz="900" kern="1200" dirty="0" err="1"/>
            <a:t>stabilité</a:t>
          </a:r>
          <a:endParaRPr lang="en-US" sz="900" kern="1200" dirty="0"/>
        </a:p>
      </dsp:txBody>
      <dsp:txXfrm>
        <a:off x="6572219" y="956402"/>
        <a:ext cx="1258995" cy="781708"/>
      </dsp:txXfrm>
    </dsp:sp>
    <dsp:sp modelId="{2F790329-4300-AB49-9A5F-180DEBF99F77}">
      <dsp:nvSpPr>
        <dsp:cNvPr id="0" name=""/>
        <dsp:cNvSpPr/>
      </dsp:nvSpPr>
      <dsp:spPr>
        <a:xfrm>
          <a:off x="6402607" y="2004706"/>
          <a:ext cx="1307635" cy="830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F905B-68FA-EB4B-863C-8DE10C2ABD50}">
      <dsp:nvSpPr>
        <dsp:cNvPr id="0" name=""/>
        <dsp:cNvSpPr/>
      </dsp:nvSpPr>
      <dsp:spPr>
        <a:xfrm>
          <a:off x="6547899" y="2142735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Indicateur de stabilité politique &amp; structurelle</a:t>
          </a:r>
          <a:endParaRPr lang="fr-FR" sz="900" kern="1200" dirty="0"/>
        </a:p>
      </dsp:txBody>
      <dsp:txXfrm>
        <a:off x="6572219" y="2167055"/>
        <a:ext cx="1258995" cy="781708"/>
      </dsp:txXfrm>
    </dsp:sp>
    <dsp:sp modelId="{7A57D2F4-106C-DE45-A633-655DAC824E33}">
      <dsp:nvSpPr>
        <dsp:cNvPr id="0" name=""/>
        <dsp:cNvSpPr/>
      </dsp:nvSpPr>
      <dsp:spPr>
        <a:xfrm>
          <a:off x="8000828" y="794054"/>
          <a:ext cx="1307635" cy="830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6A0B4-3057-4541-B33E-5940C40E8D17}">
      <dsp:nvSpPr>
        <dsp:cNvPr id="0" name=""/>
        <dsp:cNvSpPr/>
      </dsp:nvSpPr>
      <dsp:spPr>
        <a:xfrm>
          <a:off x="8146121" y="932082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Disponibilité</a:t>
          </a:r>
          <a:r>
            <a:rPr lang="en-US" sz="900" kern="1200" dirty="0"/>
            <a:t> </a:t>
          </a:r>
          <a:r>
            <a:rPr lang="en-US" sz="900" kern="1200" dirty="0" err="1"/>
            <a:t>alimentaire</a:t>
          </a:r>
          <a:endParaRPr lang="en-US" sz="900" kern="1200" dirty="0"/>
        </a:p>
      </dsp:txBody>
      <dsp:txXfrm>
        <a:off x="8170441" y="956402"/>
        <a:ext cx="1258995" cy="781708"/>
      </dsp:txXfrm>
    </dsp:sp>
    <dsp:sp modelId="{DCA30B9F-B525-0F45-BAC7-39E3147BE9D3}">
      <dsp:nvSpPr>
        <dsp:cNvPr id="0" name=""/>
        <dsp:cNvSpPr/>
      </dsp:nvSpPr>
      <dsp:spPr>
        <a:xfrm>
          <a:off x="8000828" y="2004706"/>
          <a:ext cx="1307635" cy="830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CCCA7-BA27-904F-8079-B9CA2D94F38D}">
      <dsp:nvSpPr>
        <dsp:cNvPr id="0" name=""/>
        <dsp:cNvSpPr/>
      </dsp:nvSpPr>
      <dsp:spPr>
        <a:xfrm>
          <a:off x="8146121" y="2142735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/>
            <a:t>Disponibilite alimentaire totale des produits volaillers et des proteines de volaille</a:t>
          </a:r>
          <a:endParaRPr lang="fr-FR" sz="900" kern="1200"/>
        </a:p>
      </dsp:txBody>
      <dsp:txXfrm>
        <a:off x="8170441" y="2167055"/>
        <a:ext cx="1258995" cy="781708"/>
      </dsp:txXfrm>
    </dsp:sp>
    <dsp:sp modelId="{E79F4FE6-3038-244B-9A75-7E070CAD838C}">
      <dsp:nvSpPr>
        <dsp:cNvPr id="0" name=""/>
        <dsp:cNvSpPr/>
      </dsp:nvSpPr>
      <dsp:spPr>
        <a:xfrm>
          <a:off x="9599049" y="794054"/>
          <a:ext cx="1307635" cy="830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3884D-8659-4945-B451-6A5B12AB20DE}">
      <dsp:nvSpPr>
        <dsp:cNvPr id="0" name=""/>
        <dsp:cNvSpPr/>
      </dsp:nvSpPr>
      <dsp:spPr>
        <a:xfrm>
          <a:off x="9744342" y="932082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Indicateur</a:t>
          </a:r>
          <a:r>
            <a:rPr lang="en-US" sz="900" kern="1200" dirty="0"/>
            <a:t> </a:t>
          </a:r>
          <a:r>
            <a:rPr lang="en-US" sz="900" kern="1200" dirty="0" err="1"/>
            <a:t>d’Obésité</a:t>
          </a:r>
          <a:endParaRPr lang="en-US" sz="900" kern="1200" dirty="0"/>
        </a:p>
      </dsp:txBody>
      <dsp:txXfrm>
        <a:off x="9768662" y="956402"/>
        <a:ext cx="1258995" cy="781708"/>
      </dsp:txXfrm>
    </dsp:sp>
    <dsp:sp modelId="{D73E52E4-8B84-3F4B-A84E-1075755C9560}">
      <dsp:nvSpPr>
        <dsp:cNvPr id="0" name=""/>
        <dsp:cNvSpPr/>
      </dsp:nvSpPr>
      <dsp:spPr>
        <a:xfrm>
          <a:off x="9599049" y="2004706"/>
          <a:ext cx="1307635" cy="830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615AF-8936-8443-B3DC-4B7E444E2D99}">
      <dsp:nvSpPr>
        <dsp:cNvPr id="0" name=""/>
        <dsp:cNvSpPr/>
      </dsp:nvSpPr>
      <dsp:spPr>
        <a:xfrm>
          <a:off x="9744342" y="2142735"/>
          <a:ext cx="1307635" cy="830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Mortalité attribuée a l’</a:t>
          </a:r>
          <a:r>
            <a:rPr lang="fr-FR" sz="900" b="1" kern="1200" dirty="0" err="1"/>
            <a:t>obésite</a:t>
          </a:r>
          <a:endParaRPr lang="fr-FR" sz="900" b="0" kern="1200" dirty="0"/>
        </a:p>
      </dsp:txBody>
      <dsp:txXfrm>
        <a:off x="9768662" y="2167055"/>
        <a:ext cx="1258995" cy="781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2822D-8B6D-6141-9087-102C2CDB3559}">
      <dsp:nvSpPr>
        <dsp:cNvPr id="0" name=""/>
        <dsp:cNvSpPr/>
      </dsp:nvSpPr>
      <dsp:spPr>
        <a:xfrm>
          <a:off x="0" y="158093"/>
          <a:ext cx="111556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Classification Ascendante Hiérarchique (CAH).</a:t>
          </a:r>
          <a:endParaRPr lang="en-US" sz="3300" kern="1200" dirty="0"/>
        </a:p>
      </dsp:txBody>
      <dsp:txXfrm>
        <a:off x="38638" y="196731"/>
        <a:ext cx="11078404" cy="714229"/>
      </dsp:txXfrm>
    </dsp:sp>
    <dsp:sp modelId="{219BA2DA-3D41-A743-A622-8CBBF7729B5E}">
      <dsp:nvSpPr>
        <dsp:cNvPr id="0" name=""/>
        <dsp:cNvSpPr/>
      </dsp:nvSpPr>
      <dsp:spPr>
        <a:xfrm>
          <a:off x="0" y="1044638"/>
          <a:ext cx="111556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K-means pour affiner la segmentation.</a:t>
          </a:r>
          <a:endParaRPr lang="en-US" sz="3300" kern="1200" dirty="0"/>
        </a:p>
      </dsp:txBody>
      <dsp:txXfrm>
        <a:off x="38638" y="1083276"/>
        <a:ext cx="11078404" cy="714229"/>
      </dsp:txXfrm>
    </dsp:sp>
    <dsp:sp modelId="{9BB993B3-197A-CE4F-BEAA-507C8D86BE5E}">
      <dsp:nvSpPr>
        <dsp:cNvPr id="0" name=""/>
        <dsp:cNvSpPr/>
      </dsp:nvSpPr>
      <dsp:spPr>
        <a:xfrm>
          <a:off x="0" y="1931184"/>
          <a:ext cx="111556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ACP pour la réduction de dimensions et la visualisation.</a:t>
          </a:r>
          <a:endParaRPr lang="en-US" sz="3300" kern="1200" dirty="0"/>
        </a:p>
      </dsp:txBody>
      <dsp:txXfrm>
        <a:off x="38638" y="1969822"/>
        <a:ext cx="11078404" cy="714229"/>
      </dsp:txXfrm>
    </dsp:sp>
    <dsp:sp modelId="{1CCD7D14-17C7-F842-A102-053134FE200E}">
      <dsp:nvSpPr>
        <dsp:cNvPr id="0" name=""/>
        <dsp:cNvSpPr/>
      </dsp:nvSpPr>
      <dsp:spPr>
        <a:xfrm>
          <a:off x="0" y="2817729"/>
          <a:ext cx="1115568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Visualisations (dendrogramme, projection 2D des clusters).</a:t>
          </a:r>
          <a:endParaRPr lang="en-US" sz="3300" kern="1200" dirty="0"/>
        </a:p>
      </dsp:txBody>
      <dsp:txXfrm>
        <a:off x="38638" y="2856367"/>
        <a:ext cx="11078404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7B15B-E247-924E-BB52-EB2E985C227B}" type="datetimeFigureOut">
              <a:rPr lang="fr-FR" smtClean="0"/>
              <a:t>19/07/2025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221D6-1772-F045-AC56-25BEF25C5E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30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Il existe une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lineaire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visible graphiquement entre les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totales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comsommees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les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volaille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consommees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ainsi qu'entre les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volaille et de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volaille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consommees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Un certain nombre d'autres variables semblent avoir des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monotones croissantes entre elles, comme le PIB par habitant et la consommation de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proteines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animales par exemple.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221D6-1772-F045-AC56-25BEF25C5EE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915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Profil des clusters :</a:t>
            </a:r>
          </a:p>
          <a:p>
            <a:r>
              <a:rPr lang="fr-FR" dirty="0"/>
              <a:t>Quels pays dans chaque cluster ?</a:t>
            </a:r>
          </a:p>
          <a:p>
            <a:r>
              <a:rPr lang="fr-FR" dirty="0"/>
              <a:t>Caractéristiques dominantes (ex. forte consommation vs faible production).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221D6-1772-F045-AC56-25BEF25C5EE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80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479C-1F08-964B-BD16-FB4F1393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602B7C-CBBE-4BB1-9892-E089B75C2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EDBB19-366A-1078-8CED-8A5270B8F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Le cluster CAH 1 correspond majoritairement au cluster K-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(42 pays) avec quelques pays dispersés dans K-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(2 pays).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Le cluster CAH 2 est plus éclaté entre K-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(13 pays), K-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(12 pays) et K-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(4 pays).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Le cluster CAH 5 correspond principalement au cluster K-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(30 pays) mais a aussi 6 pays dans K-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Certains clusters CAH sont très peu représentés ou fragmentés (ex. CAH 3, 4, 6).</a:t>
            </a: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ARI est de 0,58 ce qui tend vers 1 et donc les partitions tendes vers une similarité qu'il faudra approfondir par la suite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95B349-590A-1EFA-2F06-C9892477E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221D6-1772-F045-AC56-25BEF25C5EE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725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résumé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PC1 : Axe développement et nutrition (richesse, urbanisation, protéines)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PC2 : Axe croissance économique vs impact santé (obésité), avec un contraste dans la consommation de protéines volaille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221D6-1772-F045-AC56-25BEF25C5EE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999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221D6-1772-F045-AC56-25BEF25C5EE1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853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86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04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5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40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5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22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58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1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40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5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éo 3" descr="Poule et deux œufs">
            <a:extLst>
              <a:ext uri="{FF2B5EF4-FFF2-40B4-BE49-F238E27FC236}">
                <a16:creationId xmlns:a16="http://schemas.microsoft.com/office/drawing/2014/main" id="{08DD7856-1172-E5B5-2AE9-559D190BA1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5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8474AC-220D-748D-56DC-409134F26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686796" cy="2334247"/>
          </a:xfrm>
        </p:spPr>
        <p:txBody>
          <a:bodyPr anchor="t"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La poule qui chante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DCB6EC-E6D9-5323-7012-8068FA304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3552826"/>
            <a:ext cx="8720710" cy="2653653"/>
          </a:xfrm>
        </p:spPr>
        <p:txBody>
          <a:bodyPr anchor="t"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Ishem Zerzour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07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EF7270-EFD4-4E1B-19A0-555D2D9D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fr-FR" dirty="0"/>
              <a:t>Contexte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59B6F28-4038-E651-CEF5-14C2BFA8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410286"/>
            <a:ext cx="4959823" cy="203352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0F06B65-1643-AA81-C35E-950CC8E3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 poule qui chante est une entreprise française d’agroalimentaire. Elle souhaite se développer à l’international pour développer son activité, notamment l’exportation de poulet. 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L’idée ici, est de proposer une première analyse à Patrick, le manager afin qu’ils puissent orienter le ciblage d’un ou plusieurs pays qu’il approfondiront plus tard lors d’une étude de marché.</a:t>
            </a:r>
          </a:p>
        </p:txBody>
      </p:sp>
    </p:spTree>
    <p:extLst>
      <p:ext uri="{BB962C8B-B14F-4D97-AF65-F5344CB8AC3E}">
        <p14:creationId xmlns:p14="http://schemas.microsoft.com/office/powerpoint/2010/main" val="337958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1DE60C-F4A7-207F-B364-219AD1D1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 fontScale="90000"/>
          </a:bodyPr>
          <a:lstStyle/>
          <a:p>
            <a:r>
              <a:rPr lang="fr-FR" dirty="0"/>
              <a:t>Sources et préparation des données (2020) – sourcing (FAO et OWiD)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7" name="Espace réservé du contenu 2">
            <a:extLst>
              <a:ext uri="{FF2B5EF4-FFF2-40B4-BE49-F238E27FC236}">
                <a16:creationId xmlns:a16="http://schemas.microsoft.com/office/drawing/2014/main" id="{BA11FD86-DC50-B5C3-D7CF-03B5A13150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188982"/>
              </p:ext>
            </p:extLst>
          </p:nvPr>
        </p:nvGraphicFramePr>
        <p:xfrm>
          <a:off x="520700" y="2578100"/>
          <a:ext cx="110617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215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D7CD63-9BD6-4C3D-2852-4A5BB2BA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fr-FR" dirty="0"/>
              <a:t>Eploration des données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 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65CA8A1-ED10-1642-DC2B-63CFF8D3E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075" y="4416553"/>
            <a:ext cx="10352866" cy="876300"/>
          </a:xfrm>
          <a:prstGeom prst="rect">
            <a:avLst/>
          </a:prstGeom>
        </p:spPr>
      </p:pic>
      <p:pic>
        <p:nvPicPr>
          <p:cNvPr id="12" name="Image 1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A218CAF-7D52-C512-D75D-A0057CA0E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515" y="885953"/>
            <a:ext cx="4086998" cy="353060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C74D2B9-3FB2-7C5C-3298-9C0A5D4F371E}"/>
              </a:ext>
            </a:extLst>
          </p:cNvPr>
          <p:cNvSpPr txBox="1"/>
          <p:nvPr/>
        </p:nvSpPr>
        <p:spPr>
          <a:xfrm>
            <a:off x="856343" y="2133600"/>
            <a:ext cx="6023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Gestion des valeurs manquantes / aberrantes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Les pays </a:t>
            </a:r>
            <a:r>
              <a:rPr lang="en-US" dirty="0" err="1"/>
              <a:t>dupliqués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fr-FR" dirty="0"/>
              <a:t>Vérification du typage des colonnes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909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878C6-B37C-6D23-92D3-450DDE61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7B52DF-79A6-070A-306C-675F8860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Filtrage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56303A0-990B-5F4C-3D12-37BF6AC0A8B9}"/>
              </a:ext>
            </a:extLst>
          </p:cNvPr>
          <p:cNvSpPr txBox="1"/>
          <p:nvPr/>
        </p:nvSpPr>
        <p:spPr>
          <a:xfrm>
            <a:off x="521208" y="3538728"/>
            <a:ext cx="3200400" cy="28163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On retire </a:t>
            </a:r>
            <a:r>
              <a:rPr lang="en-US" sz="1300" dirty="0" err="1"/>
              <a:t>certains</a:t>
            </a:r>
            <a:r>
              <a:rPr lang="en-US" sz="1300" dirty="0"/>
              <a:t> </a:t>
            </a:r>
            <a:r>
              <a:rPr lang="en-US" sz="1300" dirty="0" err="1"/>
              <a:t>territoires</a:t>
            </a:r>
            <a:r>
              <a:rPr lang="en-US" sz="1300" dirty="0"/>
              <a:t> car :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/>
              <a:t>Ils</a:t>
            </a:r>
            <a:r>
              <a:rPr lang="en-US" sz="1300" dirty="0"/>
              <a:t> </a:t>
            </a:r>
            <a:r>
              <a:rPr lang="en-US" sz="1300" dirty="0" err="1"/>
              <a:t>sont</a:t>
            </a:r>
            <a:r>
              <a:rPr lang="en-US" sz="1300" dirty="0"/>
              <a:t> </a:t>
            </a:r>
            <a:r>
              <a:rPr lang="en-US" sz="1300" dirty="0" err="1"/>
              <a:t>rattachés</a:t>
            </a:r>
            <a:r>
              <a:rPr lang="en-US" sz="1300" dirty="0"/>
              <a:t> à des pays (DOM-TOM </a:t>
            </a:r>
            <a:r>
              <a:rPr lang="en-US" sz="1300" dirty="0" err="1"/>
              <a:t>en</a:t>
            </a:r>
            <a:r>
              <a:rPr lang="en-US" sz="1300" dirty="0"/>
              <a:t> France, </a:t>
            </a:r>
            <a:r>
              <a:rPr lang="en-US" sz="1300" dirty="0" err="1"/>
              <a:t>certaines</a:t>
            </a:r>
            <a:r>
              <a:rPr lang="en-US" sz="1300" dirty="0"/>
              <a:t> </a:t>
            </a:r>
            <a:r>
              <a:rPr lang="en-US" sz="1300" dirty="0" err="1"/>
              <a:t>îles</a:t>
            </a:r>
            <a:r>
              <a:rPr lang="en-US" sz="1300" dirty="0"/>
              <a:t> du </a:t>
            </a:r>
            <a:r>
              <a:rPr lang="en-US" sz="1300" dirty="0" err="1"/>
              <a:t>Pacifique</a:t>
            </a:r>
            <a:r>
              <a:rPr lang="en-US" sz="1300" dirty="0"/>
              <a:t>, </a:t>
            </a:r>
            <a:r>
              <a:rPr lang="en-US" sz="1300" dirty="0" err="1"/>
              <a:t>etc</a:t>
            </a:r>
            <a:r>
              <a:rPr lang="en-US" sz="1300" dirty="0"/>
              <a:t>…)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Les </a:t>
            </a:r>
            <a:r>
              <a:rPr lang="en-US" sz="1300" dirty="0" err="1"/>
              <a:t>territoires</a:t>
            </a:r>
            <a:r>
              <a:rPr lang="en-US" sz="1300" dirty="0"/>
              <a:t> </a:t>
            </a:r>
            <a:r>
              <a:rPr lang="en-US" sz="1300" dirty="0" err="1"/>
              <a:t>faisant</a:t>
            </a:r>
            <a:r>
              <a:rPr lang="en-US" sz="1300" dirty="0"/>
              <a:t> </a:t>
            </a:r>
            <a:r>
              <a:rPr lang="en-US" sz="1300" dirty="0" err="1"/>
              <a:t>l’objet</a:t>
            </a:r>
            <a:r>
              <a:rPr lang="en-US" sz="1300" dirty="0"/>
              <a:t> d’un embargo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Les </a:t>
            </a:r>
            <a:r>
              <a:rPr lang="en-US" sz="1300" dirty="0" err="1"/>
              <a:t>territoires</a:t>
            </a:r>
            <a:r>
              <a:rPr lang="en-US" sz="1300" dirty="0"/>
              <a:t> qui </a:t>
            </a:r>
            <a:r>
              <a:rPr lang="en-US" sz="1300" dirty="0" err="1"/>
              <a:t>n’existent</a:t>
            </a:r>
            <a:r>
              <a:rPr lang="en-US" sz="1300" dirty="0"/>
              <a:t> plus </a:t>
            </a:r>
            <a:r>
              <a:rPr lang="en-US" sz="1300" dirty="0" err="1"/>
              <a:t>en</a:t>
            </a:r>
            <a:r>
              <a:rPr lang="en-US" sz="1300" dirty="0"/>
              <a:t> 2020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Les pays </a:t>
            </a:r>
            <a:r>
              <a:rPr lang="en-US" sz="1300" dirty="0" err="1"/>
              <a:t>en</a:t>
            </a:r>
            <a:r>
              <a:rPr lang="en-US" sz="1300" dirty="0"/>
              <a:t> guerre </a:t>
            </a:r>
            <a:r>
              <a:rPr lang="en-US" sz="1300" dirty="0" err="1"/>
              <a:t>ou</a:t>
            </a:r>
            <a:r>
              <a:rPr lang="en-US" sz="1300" dirty="0"/>
              <a:t> tout type de situation </a:t>
            </a:r>
            <a:r>
              <a:rPr lang="en-US" sz="1300" dirty="0" err="1"/>
              <a:t>rendant</a:t>
            </a:r>
            <a:r>
              <a:rPr lang="en-US" sz="1300" dirty="0"/>
              <a:t> impossible le commerce </a:t>
            </a:r>
            <a:r>
              <a:rPr lang="en-US" sz="1300" dirty="0" err="1"/>
              <a:t>extérieur</a:t>
            </a:r>
            <a:endParaRPr lang="en-US" sz="1300" dirty="0"/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Les pays </a:t>
            </a:r>
            <a:r>
              <a:rPr lang="en-US" sz="1300" dirty="0" err="1"/>
              <a:t>dupliqués</a:t>
            </a:r>
            <a:endParaRPr lang="en-US" sz="1300" dirty="0"/>
          </a:p>
        </p:txBody>
      </p:sp>
      <p:pic>
        <p:nvPicPr>
          <p:cNvPr id="7" name="Image 6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AF2AC985-F0D4-4A94-9B1D-36A415FA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20" r="-2" b="4119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3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FD3F8-0967-D13D-D56B-DAED9D58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BC8269-9175-17DD-80A1-118D1A19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Préprocessing des tables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D0F347A-4879-ACAC-9299-E8DCA353A7AC}"/>
              </a:ext>
            </a:extLst>
          </p:cNvPr>
          <p:cNvSpPr txBox="1"/>
          <p:nvPr/>
        </p:nvSpPr>
        <p:spPr>
          <a:xfrm>
            <a:off x="5843016" y="1060704"/>
            <a:ext cx="5824728" cy="1627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Tout les csv </a:t>
            </a:r>
            <a:r>
              <a:rPr lang="en-US" dirty="0" err="1"/>
              <a:t>doivent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pivoter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Renommer</a:t>
            </a:r>
            <a:r>
              <a:rPr lang="en-US" dirty="0"/>
              <a:t> les pays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écritures</a:t>
            </a:r>
            <a:endParaRPr lang="en-US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Jointure des tables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5BD59FD-6BAD-11C5-38EA-99E6058F4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7" r="1" b="19146"/>
          <a:stretch>
            <a:fillRect/>
          </a:stretch>
        </p:blipFill>
        <p:spPr>
          <a:xfrm>
            <a:off x="517871" y="2921001"/>
            <a:ext cx="11149534" cy="342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FCE8D-E37F-F08A-7F3C-58DE1EE5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7037D4-1CD6-323F-49B2-2D85432E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Les variables finale choisis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65CC20A-EECA-65DC-0F77-F8FB111D97AC}"/>
              </a:ext>
            </a:extLst>
          </p:cNvPr>
          <p:cNvSpPr txBox="1"/>
          <p:nvPr/>
        </p:nvSpPr>
        <p:spPr>
          <a:xfrm>
            <a:off x="5843016" y="1060704"/>
            <a:ext cx="5824728" cy="1627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Tout les </a:t>
            </a:r>
            <a:r>
              <a:rPr lang="en-US"/>
              <a:t>csv doivent être </a:t>
            </a:r>
            <a:r>
              <a:rPr lang="en-US" dirty="0"/>
              <a:t>pivoter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Renommer </a:t>
            </a:r>
            <a:r>
              <a:rPr lang="en-US" dirty="0"/>
              <a:t>les </a:t>
            </a:r>
            <a:r>
              <a:rPr lang="en-US"/>
              <a:t>pays si plusieurs orthographes</a:t>
            </a:r>
            <a:endParaRPr lang="en-US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Jointure des tables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Image 4" descr="Une image contenant texte, capture d’écran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D1F2A722-10EF-0B2D-0EFE-3027BD9C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24" y="2555091"/>
            <a:ext cx="10143583" cy="412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2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9B5F-8573-2BD7-F438-4DF822FAA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2704E-1176-48A4-E831-755BA7AB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Table final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2142FCE-D95F-6C75-44B2-925F9AEEF3C3}"/>
              </a:ext>
            </a:extLst>
          </p:cNvPr>
          <p:cNvSpPr txBox="1"/>
          <p:nvPr/>
        </p:nvSpPr>
        <p:spPr>
          <a:xfrm>
            <a:off x="5843016" y="1060704"/>
            <a:ext cx="5824728" cy="1627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Image 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00C324F-6C2F-7620-8DB3-104E84DB2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96" y="2426506"/>
            <a:ext cx="11057839" cy="337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9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95236-8D4D-E4DE-2911-83D50672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A85C96-5165-DFB1-6611-A368D191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Corrélation des variable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 descr="Une image contenant texte, capture d’écran, carré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5169C527-14C6-5029-3C6D-713A6596B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496" y="657369"/>
            <a:ext cx="5642166" cy="564216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8E62183-CCDA-23E8-FC0F-944653D90197}"/>
              </a:ext>
            </a:extLst>
          </p:cNvPr>
          <p:cNvSpPr txBox="1"/>
          <p:nvPr/>
        </p:nvSpPr>
        <p:spPr>
          <a:xfrm>
            <a:off x="5843016" y="1060704"/>
            <a:ext cx="5824728" cy="1627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03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Échantillon versé par pipette dans une boîte de Petri">
            <a:extLst>
              <a:ext uri="{FF2B5EF4-FFF2-40B4-BE49-F238E27FC236}">
                <a16:creationId xmlns:a16="http://schemas.microsoft.com/office/drawing/2014/main" id="{10076F21-5B07-A828-72F7-93497F160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20" r="-1" b="6810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601E90-CE63-E0DE-EB3E-F5B8547C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8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1A3CE9-CD8E-58B7-905B-0EA3358B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D047160-96F8-3E71-7517-7BF5FB27A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806660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575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019E7E-A892-2125-040A-FD85E597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303520"/>
            <a:ext cx="7726680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CAH(Dendrogramme)</a:t>
            </a:r>
            <a:br>
              <a:rPr lang="en-US" sz="3400"/>
            </a:br>
            <a:endParaRPr lang="en-US" sz="340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5131541-A783-E12A-44CF-8674BEAB1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01" y="970929"/>
            <a:ext cx="5218176" cy="4096268"/>
          </a:xfrm>
          <a:prstGeom prst="rect">
            <a:avLst/>
          </a:prstGeom>
        </p:spPr>
      </p:pic>
      <p:pic>
        <p:nvPicPr>
          <p:cNvPr id="10" name="Image 9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A9BCB0E3-8F7A-468F-0D55-DDCDE246C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41" y="1942561"/>
            <a:ext cx="5450641" cy="21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61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04C52-13C3-74E3-4646-B30B84771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F6FA19-8E4B-ECBA-2731-53AB370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303520"/>
            <a:ext cx="7726680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CAH(Dendrogramme)</a:t>
            </a:r>
            <a:br>
              <a:rPr lang="en-US" sz="3400"/>
            </a:br>
            <a:endParaRPr lang="en-US" sz="340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CA8E49C-22E0-D28B-4CD5-92E2385CE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2719"/>
          <a:stretch>
            <a:fillRect/>
          </a:stretch>
        </p:blipFill>
        <p:spPr>
          <a:xfrm>
            <a:off x="517869" y="970929"/>
            <a:ext cx="5450641" cy="4096268"/>
          </a:xfrm>
          <a:prstGeom prst="rect">
            <a:avLst/>
          </a:prstGeom>
        </p:spPr>
      </p:pic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60D06AA-BC70-10C6-882F-DDF4060E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3" r="21753" b="-2"/>
          <a:stretch>
            <a:fillRect/>
          </a:stretch>
        </p:blipFill>
        <p:spPr>
          <a:xfrm>
            <a:off x="6220441" y="970929"/>
            <a:ext cx="5450641" cy="40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32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B528A9-EE9B-A589-34BE-A7454C514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fr-FR" dirty="0"/>
              <a:t>K-</a:t>
            </a:r>
            <a:r>
              <a:rPr lang="fr-FR" dirty="0" err="1"/>
              <a:t>means</a:t>
            </a:r>
            <a:r>
              <a:rPr lang="fr-FR" dirty="0"/>
              <a:t> (comparaison avec CAH)</a:t>
            </a:r>
            <a:br>
              <a:rPr lang="fr-FR" dirty="0"/>
            </a:br>
            <a:endParaRPr lang="fr-FR" b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9E1F5C-72A7-4212-DE8A-1BD6B25A1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913" y="2026354"/>
            <a:ext cx="5601750" cy="432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6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062ED0-C0FC-344A-3821-BB9E7626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 Analyse des centroïdes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0701CC7-ECA1-7D67-E6A0-414292922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299" y="1926517"/>
            <a:ext cx="7116958" cy="466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5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6409-70EC-BFE5-2D98-2AC84451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C8192-A40F-24D9-10E3-8727AAED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 Analyse des centroïdes</a:t>
            </a:r>
            <a:br>
              <a:rPr lang="fr-FR" dirty="0"/>
            </a:b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709406B-AB53-88AB-2E88-E2F5D4F4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974" y="1941534"/>
            <a:ext cx="5375376" cy="461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23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FAEF34-C3B7-9F10-CEFC-6466931D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fr-FR" dirty="0"/>
              <a:t>Analyse en Composantes Principales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071937B-D1E8-0279-6C83-6C10F8D49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38" y="2132335"/>
            <a:ext cx="5696338" cy="42136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A21FC7C-ED87-299C-24AA-49D712613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350" y="2132335"/>
            <a:ext cx="5240664" cy="387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71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2EEE0-C623-76BD-66FB-4AD20C3E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 &amp; Conclusion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733D19-88FF-DA3B-25A5-3EEB40EAB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04373"/>
            <a:ext cx="11155680" cy="839243"/>
          </a:xfrm>
        </p:spPr>
        <p:txBody>
          <a:bodyPr/>
          <a:lstStyle/>
          <a:p>
            <a:r>
              <a:rPr lang="fr-FR" dirty="0"/>
              <a:t>Quels clusters paraissent les plus intéressants pour l’exportation ?</a:t>
            </a:r>
          </a:p>
          <a:p>
            <a:pPr lvl="1"/>
            <a:r>
              <a:rPr lang="fr-FR" dirty="0"/>
              <a:t>Groupe de pays 2, 3 et 4</a:t>
            </a:r>
          </a:p>
          <a:p>
            <a:endParaRPr lang="fr-FR" dirty="0"/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E0758AB8-0C4F-E161-2D1B-90737F191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569" y="3460825"/>
            <a:ext cx="3031770" cy="3253994"/>
          </a:xfrm>
          <a:prstGeom prst="rect">
            <a:avLst/>
          </a:prstGeom>
        </p:spPr>
      </p:pic>
      <p:pic>
        <p:nvPicPr>
          <p:cNvPr id="7" name="Image 6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1B2E6E85-D501-07B1-F46C-C406DEEA3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002" y="3521075"/>
            <a:ext cx="3683766" cy="313349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118A97E-E2A9-3E24-F7D1-F2DE855C5B4F}"/>
              </a:ext>
            </a:extLst>
          </p:cNvPr>
          <p:cNvSpPr txBox="1"/>
          <p:nvPr/>
        </p:nvSpPr>
        <p:spPr>
          <a:xfrm>
            <a:off x="1340285" y="3006247"/>
            <a:ext cx="258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Pays à privilégier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8797094-89DD-2A9B-BDF9-59ED5145BCE9}"/>
              </a:ext>
            </a:extLst>
          </p:cNvPr>
          <p:cNvSpPr txBox="1"/>
          <p:nvPr/>
        </p:nvSpPr>
        <p:spPr>
          <a:xfrm>
            <a:off x="6653482" y="3092754"/>
            <a:ext cx="258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Pays à éviter</a:t>
            </a:r>
          </a:p>
        </p:txBody>
      </p:sp>
    </p:spTree>
    <p:extLst>
      <p:ext uri="{BB962C8B-B14F-4D97-AF65-F5344CB8AC3E}">
        <p14:creationId xmlns:p14="http://schemas.microsoft.com/office/powerpoint/2010/main" val="280615813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602</Words>
  <Application>Microsoft Macintosh PowerPoint</Application>
  <PresentationFormat>Grand écran</PresentationFormat>
  <Paragraphs>80</Paragraphs>
  <Slides>18</Slides>
  <Notes>5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Arial</vt:lpstr>
      <vt:lpstr>Bierstadt</vt:lpstr>
      <vt:lpstr>GestaltVTI</vt:lpstr>
      <vt:lpstr>La poule qui chante</vt:lpstr>
      <vt:lpstr>Contexte</vt:lpstr>
      <vt:lpstr>Sources et préparation des données (2020) – sourcing (FAO et OWiD)</vt:lpstr>
      <vt:lpstr>Eploration des données</vt:lpstr>
      <vt:lpstr>Filtrage</vt:lpstr>
      <vt:lpstr>Préprocessing des tables</vt:lpstr>
      <vt:lpstr>Les variables finale choisis</vt:lpstr>
      <vt:lpstr>Table final</vt:lpstr>
      <vt:lpstr>Corrélation des variable</vt:lpstr>
      <vt:lpstr>Analyses</vt:lpstr>
      <vt:lpstr>Méthodologie</vt:lpstr>
      <vt:lpstr>CAH(Dendrogramme) </vt:lpstr>
      <vt:lpstr>CAH(Dendrogramme) </vt:lpstr>
      <vt:lpstr>K-means (comparaison avec CAH) </vt:lpstr>
      <vt:lpstr> Analyse des centroïdes </vt:lpstr>
      <vt:lpstr> Analyse des centroïdes </vt:lpstr>
      <vt:lpstr>Analyse en Composantes Principales</vt:lpstr>
      <vt:lpstr>Recommandations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Ishem Zerzour</dc:creator>
  <cp:lastModifiedBy>Ishem Zerzour</cp:lastModifiedBy>
  <cp:revision>1</cp:revision>
  <dcterms:created xsi:type="dcterms:W3CDTF">2025-07-18T18:28:38Z</dcterms:created>
  <dcterms:modified xsi:type="dcterms:W3CDTF">2025-07-19T05:23:24Z</dcterms:modified>
</cp:coreProperties>
</file>